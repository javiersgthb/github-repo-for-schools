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autoCompressPictures="0" strictFirstAndLastChars="0" saveSubsetFonts="1">
  <p:sldMasterIdLst>
    <p:sldMasterId id="214748365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6858000" cx="9144000"/>
  <p:notesSz cx="6985000" cy="92837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/>
          <p:nvPr>
            <p:ph idx="2" type="hdr"/>
          </p:nvPr>
        </p:nvSpPr>
        <p:spPr>
          <a:xfrm>
            <a:off x="0" y="0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Shape 4"/>
          <p:cNvSpPr txBox="1"/>
          <p:nvPr>
            <p:ph idx="10" type="dt"/>
          </p:nvPr>
        </p:nvSpPr>
        <p:spPr>
          <a:xfrm>
            <a:off x="3956550" y="0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Shape 5"/>
          <p:cNvSpPr/>
          <p:nvPr>
            <p:ph idx="3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" name="Shape 6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Shape 7"/>
          <p:cNvSpPr txBox="1"/>
          <p:nvPr>
            <p:ph idx="11" type="ftr"/>
          </p:nvPr>
        </p:nvSpPr>
        <p:spPr>
          <a:xfrm>
            <a:off x="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8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folHlink="folHlink" hlink="hlink"/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99" name="Shape 99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rIns="92950" tIns="4647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Shape 100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9" name="Shape 109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rIns="92950" tIns="464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Slide 2 is list of textbook LO numbers and statements</a:t>
            </a:r>
          </a:p>
        </p:txBody>
      </p:sp>
      <p:sp>
        <p:nvSpPr>
          <p:cNvPr id="110" name="Shape 110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6" name="Shape 116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rIns="92950" tIns="464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Slide 2 is list of textbook LO numbers and statements</a:t>
            </a:r>
          </a:p>
        </p:txBody>
      </p:sp>
      <p:sp>
        <p:nvSpPr>
          <p:cNvPr id="117" name="Shape 117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122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23" name="Shape 123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rIns="92950" tIns="4647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Shape 124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30" name="Shape 130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rIns="92950" tIns="4647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Shape 131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136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37" name="Shape 137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rIns="92950" tIns="4647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Shape 138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Shape 143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44" name="Shape 144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rIns="92950" tIns="4647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Shape 145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hape 150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1" name="Shape 151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rIns="92950" tIns="4647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Shape 152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157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8" name="Shape 158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rIns="92950" tIns="4647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Shape 159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164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65" name="Shape 165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71" name="Shape 171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176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77" name="Shape 177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182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83" name="Shape 183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Shape 188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89" name="Shape 189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 195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96" name="Shape 196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201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02" name="Shape 202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Shape 207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08" name="Shape 208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hape 213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14" name="Shape 214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219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20" name="Shape 220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01.png"/><Relationship Id="rId3" Type="http://schemas.openxmlformats.org/officeDocument/2006/relationships/image" Target="../media/image00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00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0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Chapter Open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/>
          <p:nvPr/>
        </p:nvSpPr>
        <p:spPr>
          <a:xfrm>
            <a:off x="0" y="0"/>
            <a:ext cx="9144000" cy="1371599"/>
          </a:xfrm>
          <a:prstGeom prst="rect">
            <a:avLst/>
          </a:prstGeom>
          <a:solidFill>
            <a:srgbClr val="003057"/>
          </a:solidFill>
          <a:ln cap="flat" cmpd="sng" w="25400">
            <a:solidFill>
              <a:srgbClr val="003057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Shape 22"/>
          <p:cNvSpPr txBox="1"/>
          <p:nvPr>
            <p:ph type="title"/>
          </p:nvPr>
        </p:nvSpPr>
        <p:spPr>
          <a:xfrm>
            <a:off x="457200" y="215371"/>
            <a:ext cx="8229600" cy="62282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Font typeface="Times New Roman"/>
              <a:buNone/>
              <a:defRPr b="1" i="0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23" name="Shape 23"/>
          <p:cNvSpPr txBox="1"/>
          <p:nvPr>
            <p:ph idx="1" type="body"/>
          </p:nvPr>
        </p:nvSpPr>
        <p:spPr>
          <a:xfrm>
            <a:off x="457200" y="816429"/>
            <a:ext cx="8229600" cy="47897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Clr>
                <a:schemeClr val="accent1"/>
              </a:buClr>
              <a:buFont typeface="Noto Sans Symbols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Shape 24"/>
          <p:cNvSpPr txBox="1"/>
          <p:nvPr>
            <p:ph idx="2" type="body"/>
          </p:nvPr>
        </p:nvSpPr>
        <p:spPr>
          <a:xfrm>
            <a:off x="5029200" y="1600200"/>
            <a:ext cx="3657600" cy="160019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Clr>
                <a:schemeClr val="accent1"/>
              </a:buClr>
              <a:buFont typeface="Noto Sans Symbols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Shape 25"/>
          <p:cNvSpPr txBox="1"/>
          <p:nvPr>
            <p:ph idx="3" type="body"/>
          </p:nvPr>
        </p:nvSpPr>
        <p:spPr>
          <a:xfrm>
            <a:off x="5029200" y="3200400"/>
            <a:ext cx="3657600" cy="29257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Clr>
                <a:schemeClr val="accent1"/>
              </a:buClr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Shape 26"/>
          <p:cNvSpPr txBox="1"/>
          <p:nvPr>
            <p:ph idx="11" type="ftr"/>
          </p:nvPr>
        </p:nvSpPr>
        <p:spPr>
          <a:xfrm>
            <a:off x="93969" y="6622536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Shape 27"/>
          <p:cNvSpPr txBox="1"/>
          <p:nvPr>
            <p:ph idx="10" type="dt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Shape 28"/>
          <p:cNvSpPr txBox="1"/>
          <p:nvPr>
            <p:ph idx="12" type="sldNum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  <p:sp>
        <p:nvSpPr>
          <p:cNvPr id="29" name="Shape 29"/>
          <p:cNvSpPr/>
          <p:nvPr/>
        </p:nvSpPr>
        <p:spPr>
          <a:xfrm>
            <a:off x="-7937" y="6435725"/>
            <a:ext cx="9161463" cy="430213"/>
          </a:xfrm>
          <a:prstGeom prst="rect">
            <a:avLst/>
          </a:prstGeom>
          <a:solidFill>
            <a:srgbClr val="003057"/>
          </a:solidFill>
          <a:ln cap="flat" cmpd="sng" w="25400">
            <a:solidFill>
              <a:srgbClr val="003057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" name="Shape 30"/>
          <p:cNvGrpSpPr/>
          <p:nvPr/>
        </p:nvGrpSpPr>
        <p:grpSpPr>
          <a:xfrm>
            <a:off x="33338" y="6400799"/>
            <a:ext cx="9156700" cy="465137"/>
            <a:chOff x="33338" y="6408737"/>
            <a:chExt cx="9156700" cy="465137"/>
          </a:xfrm>
        </p:grpSpPr>
        <p:pic>
          <p:nvPicPr>
            <p:cNvPr descr="Pearson: Always Learning Logo" id="31" name="Shape 3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33338" y="6443662"/>
              <a:ext cx="1660525" cy="4302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" name="Shape 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748588" y="6442075"/>
              <a:ext cx="1441449" cy="4302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descr="Copyright 2015, 2012, 2009" id="33" name="Shape 33"/>
            <p:cNvSpPr txBox="1"/>
            <p:nvPr/>
          </p:nvSpPr>
          <p:spPr>
            <a:xfrm>
              <a:off x="1413669" y="6408737"/>
              <a:ext cx="6316663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rIns="0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b="0" i="0" lang="en-US" sz="7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Copyright © 2018 Pearson Education, Inc. All Rights Reserved</a:t>
              </a: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Learning Objective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Font typeface="Times New Roman"/>
              <a:buNone/>
              <a:defRPr b="1" i="0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36" name="Shape 3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80771" lvl="0" marL="118871" marR="0" rtl="0" algn="l">
              <a:spcBef>
                <a:spcPts val="1500"/>
              </a:spcBef>
              <a:buClr>
                <a:schemeClr val="lt1"/>
              </a:buClr>
              <a:buSzPct val="250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63512" lvl="1" marL="569913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101600" lvl="2" marL="11430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114300" lvl="3" marL="16002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114300" lvl="4" marL="20574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114300" lvl="5" marL="25146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114300" lvl="6" marL="29718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114300" lvl="7" marL="34290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114300" lvl="8" marL="38862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" name="Shape 37"/>
          <p:cNvSpPr txBox="1"/>
          <p:nvPr>
            <p:ph idx="11" type="ftr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Shape 38"/>
          <p:cNvSpPr txBox="1"/>
          <p:nvPr>
            <p:ph idx="10" type="dt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Shape 39"/>
          <p:cNvSpPr txBox="1"/>
          <p:nvPr>
            <p:ph idx="12" type="sldNum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Title and Conten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1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Font typeface="Times New Roman"/>
              <a:buNone/>
              <a:defRPr b="1" i="0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42" name="Shape 4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78232" lvl="0" marL="256032" marR="0" rtl="0" algn="l">
              <a:spcBef>
                <a:spcPts val="15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33350" lvl="1" marL="74295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101600" lvl="2" marL="11430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114300" lvl="3" marL="16002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114300" lvl="4" marL="20574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114300" lvl="5" marL="25146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114300" lvl="6" marL="29718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114300" lvl="7" marL="34290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114300" lvl="8" marL="38862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Shape 43"/>
          <p:cNvSpPr txBox="1"/>
          <p:nvPr>
            <p:ph idx="11" type="ftr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Shape 44"/>
          <p:cNvSpPr txBox="1"/>
          <p:nvPr>
            <p:ph idx="10" type="dt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" name="Shape 45"/>
          <p:cNvSpPr txBox="1"/>
          <p:nvPr>
            <p:ph idx="12" type="sldNum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">
  <p:cSld name="Title Slide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/>
          <p:nvPr/>
        </p:nvSpPr>
        <p:spPr>
          <a:xfrm>
            <a:off x="0" y="0"/>
            <a:ext cx="9144000" cy="3886200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Shape 48"/>
          <p:cNvSpPr txBox="1"/>
          <p:nvPr>
            <p:ph type="ctrTitle"/>
          </p:nvPr>
        </p:nvSpPr>
        <p:spPr>
          <a:xfrm>
            <a:off x="685800" y="762000"/>
            <a:ext cx="7772400" cy="283845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Font typeface="Times New Roman"/>
              <a:buNone/>
              <a:defRPr b="1" i="0" sz="3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49" name="Shape 49"/>
          <p:cNvSpPr txBox="1"/>
          <p:nvPr>
            <p:ph idx="1" type="subTitle"/>
          </p:nvPr>
        </p:nvSpPr>
        <p:spPr>
          <a:xfrm>
            <a:off x="674687" y="3962400"/>
            <a:ext cx="7794625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ctr">
              <a:spcBef>
                <a:spcPts val="60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ctr">
              <a:spcBef>
                <a:spcPts val="600"/>
              </a:spcBef>
              <a:buClr>
                <a:schemeClr val="accent1"/>
              </a:buClr>
              <a:buFont typeface="Noto Sans Symbols"/>
              <a:buNone/>
              <a:defRPr b="0" i="0" sz="20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ctr">
              <a:spcBef>
                <a:spcPts val="600"/>
              </a:spcBef>
              <a:buClr>
                <a:schemeClr val="accent1"/>
              </a:buClr>
              <a:buFont typeface="Arial"/>
              <a:buNone/>
              <a:defRPr b="0" i="0" sz="18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ctr">
              <a:spcBef>
                <a:spcPts val="600"/>
              </a:spcBef>
              <a:buClr>
                <a:schemeClr val="accent1"/>
              </a:buClr>
              <a:buFont typeface="Arial"/>
              <a:buNone/>
              <a:defRPr b="0" i="0" sz="18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ctr">
              <a:spcBef>
                <a:spcPts val="300"/>
              </a:spcBef>
              <a:buClr>
                <a:schemeClr val="accent1"/>
              </a:buClr>
              <a:buFont typeface="Arial"/>
              <a:buNone/>
              <a:defRPr b="0" i="0" sz="18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ctr">
              <a:spcBef>
                <a:spcPts val="300"/>
              </a:spcBef>
              <a:buClr>
                <a:schemeClr val="accent1"/>
              </a:buClr>
              <a:buFont typeface="Arial"/>
              <a:buNone/>
              <a:defRPr b="0" i="0" sz="18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ctr">
              <a:spcBef>
                <a:spcPts val="300"/>
              </a:spcBef>
              <a:buClr>
                <a:schemeClr val="accent1"/>
              </a:buClr>
              <a:buFont typeface="Arial"/>
              <a:buNone/>
              <a:defRPr b="0" i="0" sz="18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ctr">
              <a:spcBef>
                <a:spcPts val="300"/>
              </a:spcBef>
              <a:buClr>
                <a:schemeClr val="accent1"/>
              </a:buClr>
              <a:buFont typeface="Arial"/>
              <a:buNone/>
              <a:defRPr b="0" i="0" sz="18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Shape 50"/>
          <p:cNvSpPr txBox="1"/>
          <p:nvPr>
            <p:ph idx="11" type="ftr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Shape 51"/>
          <p:cNvSpPr txBox="1"/>
          <p:nvPr>
            <p:ph idx="10" type="dt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Shape 52"/>
          <p:cNvSpPr txBox="1"/>
          <p:nvPr>
            <p:ph idx="12" type="sldNum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  <p:sp>
        <p:nvSpPr>
          <p:cNvPr id="53" name="Shape 53"/>
          <p:cNvSpPr/>
          <p:nvPr/>
        </p:nvSpPr>
        <p:spPr>
          <a:xfrm>
            <a:off x="-7937" y="6435725"/>
            <a:ext cx="9161463" cy="430213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Title + Learning Objectives and Conten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 txBox="1"/>
          <p:nvPr>
            <p:ph type="title"/>
          </p:nvPr>
        </p:nvSpPr>
        <p:spPr>
          <a:xfrm>
            <a:off x="457200" y="215371"/>
            <a:ext cx="8229600" cy="62282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Font typeface="Times New Roman"/>
              <a:buNone/>
              <a:defRPr b="1" i="0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56" name="Shape 56"/>
          <p:cNvSpPr txBox="1"/>
          <p:nvPr>
            <p:ph idx="1" type="body"/>
          </p:nvPr>
        </p:nvSpPr>
        <p:spPr>
          <a:xfrm>
            <a:off x="457200" y="816429"/>
            <a:ext cx="8229600" cy="40276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Clr>
                <a:schemeClr val="accent1"/>
              </a:buClr>
              <a:buFont typeface="Noto Sans Symbols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Shape 57"/>
          <p:cNvSpPr txBox="1"/>
          <p:nvPr>
            <p:ph idx="2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78232" lvl="0" marL="256032" marR="0" rtl="0" algn="l">
              <a:spcBef>
                <a:spcPts val="15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33350" lvl="1" marL="74295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101600" lvl="2" marL="11430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114300" lvl="3" marL="16002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114300" lvl="4" marL="20574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114300" lvl="5" marL="25146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114300" lvl="6" marL="29718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114300" lvl="7" marL="34290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114300" lvl="8" marL="38862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Shape 58"/>
          <p:cNvSpPr txBox="1"/>
          <p:nvPr>
            <p:ph idx="11" type="ftr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Shape 59"/>
          <p:cNvSpPr txBox="1"/>
          <p:nvPr>
            <p:ph idx="10" type="dt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Shape 60"/>
          <p:cNvSpPr txBox="1"/>
          <p:nvPr>
            <p:ph idx="12" type="sldNum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Figure + Ca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 txBox="1"/>
          <p:nvPr>
            <p:ph type="title"/>
          </p:nvPr>
        </p:nvSpPr>
        <p:spPr>
          <a:xfrm>
            <a:off x="457200" y="228600"/>
            <a:ext cx="8229600" cy="10667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Font typeface="Times New Roman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63" name="Shape 63"/>
          <p:cNvSpPr txBox="1"/>
          <p:nvPr>
            <p:ph idx="1" type="body"/>
          </p:nvPr>
        </p:nvSpPr>
        <p:spPr>
          <a:xfrm>
            <a:off x="457200" y="5368160"/>
            <a:ext cx="8229600" cy="916856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Clr>
                <a:schemeClr val="accent1"/>
              </a:buClr>
              <a:buFont typeface="Noto Sans Symbols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Shape 64"/>
          <p:cNvSpPr txBox="1"/>
          <p:nvPr>
            <p:ph idx="11" type="ftr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Shape 65"/>
          <p:cNvSpPr txBox="1"/>
          <p:nvPr>
            <p:ph idx="10" type="dt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Shape 66"/>
          <p:cNvSpPr txBox="1"/>
          <p:nvPr>
            <p:ph idx="12" type="sldNum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  <p:sp>
        <p:nvSpPr>
          <p:cNvPr id="67" name="Shape 67"/>
          <p:cNvSpPr/>
          <p:nvPr/>
        </p:nvSpPr>
        <p:spPr>
          <a:xfrm>
            <a:off x="-7937" y="6400800"/>
            <a:ext cx="9161463" cy="430213"/>
          </a:xfrm>
          <a:prstGeom prst="rect">
            <a:avLst/>
          </a:prstGeom>
          <a:solidFill>
            <a:srgbClr val="003057"/>
          </a:solidFill>
          <a:ln cap="flat" cmpd="sng" w="25400">
            <a:solidFill>
              <a:srgbClr val="003057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" name="Shape 68"/>
          <p:cNvGrpSpPr/>
          <p:nvPr/>
        </p:nvGrpSpPr>
        <p:grpSpPr>
          <a:xfrm>
            <a:off x="93969" y="6408737"/>
            <a:ext cx="9096069" cy="463550"/>
            <a:chOff x="93969" y="6408737"/>
            <a:chExt cx="9096069" cy="463550"/>
          </a:xfrm>
        </p:grpSpPr>
        <p:sp>
          <p:nvSpPr>
            <p:cNvPr id="69" name="Shape 69"/>
            <p:cNvSpPr txBox="1"/>
            <p:nvPr/>
          </p:nvSpPr>
          <p:spPr>
            <a:xfrm>
              <a:off x="93969" y="6408737"/>
              <a:ext cx="6316663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rIns="0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0" i="0" lang="en-US" sz="7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Copyright © 2018 Pearson Education, Inc. All Rights Reserved</a:t>
              </a:r>
            </a:p>
          </p:txBody>
        </p:sp>
        <p:pic>
          <p:nvPicPr>
            <p:cNvPr descr="Pearson_Bound_White" id="70" name="Shape 7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7748588" y="6442075"/>
              <a:ext cx="1441449" cy="43021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Title and Two Conten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Font typeface="Times New Roman"/>
              <a:buNone/>
              <a:defRPr b="1" i="0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73" name="Shape 73"/>
          <p:cNvSpPr txBox="1"/>
          <p:nvPr>
            <p:ph idx="1" type="body"/>
          </p:nvPr>
        </p:nvSpPr>
        <p:spPr>
          <a:xfrm>
            <a:off x="457200" y="1600200"/>
            <a:ext cx="8229600" cy="21637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129032" lvl="0" marL="256032" marR="0" rtl="0" algn="l">
              <a:spcBef>
                <a:spcPts val="15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71450" lvl="1" marL="74295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127000" lvl="2" marL="11430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139700" lvl="3" marL="16002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139700" lvl="4" marL="20574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139700" lvl="5" marL="25146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139700" lvl="6" marL="29718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139700" lvl="7" marL="34290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139700" lvl="8" marL="38862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" name="Shape 74"/>
          <p:cNvSpPr txBox="1"/>
          <p:nvPr>
            <p:ph idx="2" type="body"/>
          </p:nvPr>
        </p:nvSpPr>
        <p:spPr>
          <a:xfrm>
            <a:off x="457200" y="3962400"/>
            <a:ext cx="8229600" cy="21637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129032" lvl="0" marL="256032" marR="0" rtl="0" algn="l">
              <a:spcBef>
                <a:spcPts val="15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71450" lvl="1" marL="74295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127000" lvl="2" marL="11430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139700" lvl="3" marL="16002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139700" lvl="4" marL="20574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139700" lvl="5" marL="25146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139700" lvl="6" marL="29718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139700" lvl="7" marL="34290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139700" lvl="8" marL="38862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5" name="Shape 75"/>
          <p:cNvSpPr txBox="1"/>
          <p:nvPr>
            <p:ph idx="11" type="ftr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6" name="Shape 76"/>
          <p:cNvSpPr txBox="1"/>
          <p:nvPr>
            <p:ph idx="10" type="dt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Shape 77"/>
          <p:cNvSpPr txBox="1"/>
          <p:nvPr>
            <p:ph idx="12" type="sldNum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secHead">
  <p:cSld name="Section Header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 txBox="1"/>
          <p:nvPr>
            <p:ph type="title"/>
          </p:nvPr>
        </p:nvSpPr>
        <p:spPr>
          <a:xfrm>
            <a:off x="685800" y="1447800"/>
            <a:ext cx="7772400" cy="215265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Font typeface="Times New Roman"/>
              <a:buNone/>
              <a:defRPr b="1" i="0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80" name="Shape 80"/>
          <p:cNvSpPr txBox="1"/>
          <p:nvPr>
            <p:ph idx="1" type="body"/>
          </p:nvPr>
        </p:nvSpPr>
        <p:spPr>
          <a:xfrm>
            <a:off x="674687" y="3962400"/>
            <a:ext cx="7794626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600"/>
              </a:spcBef>
              <a:buClr>
                <a:schemeClr val="accent1"/>
              </a:buClr>
              <a:buFont typeface="Arial"/>
              <a:buNone/>
              <a:defRPr b="0" i="0" sz="18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600"/>
              </a:spcBef>
              <a:buClr>
                <a:schemeClr val="accent1"/>
              </a:buClr>
              <a:buFont typeface="Noto Sans Symbols"/>
              <a:buNone/>
              <a:defRPr b="0" i="0" sz="16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600"/>
              </a:spcBef>
              <a:buClr>
                <a:schemeClr val="accent1"/>
              </a:buClr>
              <a:buFont typeface="Arial"/>
              <a:buNone/>
              <a:defRPr b="0" i="0" sz="14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600"/>
              </a:spcBef>
              <a:buClr>
                <a:schemeClr val="accent1"/>
              </a:buClr>
              <a:buFont typeface="Arial"/>
              <a:buNone/>
              <a:defRPr b="0" i="0" sz="14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300"/>
              </a:spcBef>
              <a:buClr>
                <a:schemeClr val="accent1"/>
              </a:buClr>
              <a:buFont typeface="Arial"/>
              <a:buNone/>
              <a:defRPr b="0" i="0" sz="14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300"/>
              </a:spcBef>
              <a:buClr>
                <a:schemeClr val="accent1"/>
              </a:buClr>
              <a:buFont typeface="Arial"/>
              <a:buNone/>
              <a:defRPr b="0" i="0" sz="14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300"/>
              </a:spcBef>
              <a:buClr>
                <a:schemeClr val="accent1"/>
              </a:buClr>
              <a:buFont typeface="Arial"/>
              <a:buNone/>
              <a:defRPr b="0" i="0" sz="14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300"/>
              </a:spcBef>
              <a:buClr>
                <a:schemeClr val="accent1"/>
              </a:buClr>
              <a:buFont typeface="Arial"/>
              <a:buNone/>
              <a:defRPr b="0" i="0" sz="14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1" name="Shape 81"/>
          <p:cNvSpPr txBox="1"/>
          <p:nvPr>
            <p:ph idx="11" type="ftr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Shape 82"/>
          <p:cNvSpPr txBox="1"/>
          <p:nvPr>
            <p:ph idx="10" type="dt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Shape 83"/>
          <p:cNvSpPr txBox="1"/>
          <p:nvPr>
            <p:ph idx="12" type="sldNum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Title Onl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Font typeface="Times New Roman"/>
              <a:buNone/>
              <a:defRPr b="1" i="0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86" name="Shape 86"/>
          <p:cNvSpPr txBox="1"/>
          <p:nvPr>
            <p:ph idx="11" type="ftr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7" name="Shape 87"/>
          <p:cNvSpPr txBox="1"/>
          <p:nvPr>
            <p:ph idx="10" type="dt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Shape 88"/>
          <p:cNvSpPr txBox="1"/>
          <p:nvPr>
            <p:ph idx="12" type="sldNum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blank">
  <p:cSld name="Blank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90"/>
          <p:cNvSpPr/>
          <p:nvPr/>
        </p:nvSpPr>
        <p:spPr>
          <a:xfrm>
            <a:off x="-7937" y="6435725"/>
            <a:ext cx="9161463" cy="430213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1" name="Shape 91"/>
          <p:cNvGrpSpPr/>
          <p:nvPr/>
        </p:nvGrpSpPr>
        <p:grpSpPr>
          <a:xfrm>
            <a:off x="93969" y="6408737"/>
            <a:ext cx="9096069" cy="463550"/>
            <a:chOff x="93969" y="6408737"/>
            <a:chExt cx="9096069" cy="463550"/>
          </a:xfrm>
        </p:grpSpPr>
        <p:sp>
          <p:nvSpPr>
            <p:cNvPr id="92" name="Shape 92"/>
            <p:cNvSpPr txBox="1"/>
            <p:nvPr/>
          </p:nvSpPr>
          <p:spPr>
            <a:xfrm>
              <a:off x="93969" y="6408737"/>
              <a:ext cx="6316663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rIns="0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0" i="0" lang="en-US" sz="7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Copyright © 2018 Pearson Education, Inc. All Rights Reserved</a:t>
              </a:r>
            </a:p>
          </p:txBody>
        </p:sp>
        <p:pic>
          <p:nvPicPr>
            <p:cNvPr descr="Pearson_Bound_White" id="93" name="Shape 9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7748588" y="6442075"/>
              <a:ext cx="1441449" cy="43021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" name="Shape 94"/>
          <p:cNvSpPr txBox="1"/>
          <p:nvPr>
            <p:ph idx="11" type="ftr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5" name="Shape 95"/>
          <p:cNvSpPr txBox="1"/>
          <p:nvPr>
            <p:ph idx="10" type="dt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6" name="Shape 96"/>
          <p:cNvSpPr txBox="1"/>
          <p:nvPr>
            <p:ph idx="12" type="sldNum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00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9144000" cy="1371599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Shape 11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Font typeface="Times New Roman"/>
              <a:buNone/>
              <a:defRPr b="1" i="0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12" name="Shape 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78232" lvl="0" marL="256032" marR="0" rtl="0" algn="l">
              <a:spcBef>
                <a:spcPts val="15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33350" lvl="1" marL="74295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101600" lvl="2" marL="11430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114300" lvl="3" marL="16002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114300" lvl="4" marL="20574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114300" lvl="5" marL="25146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114300" lvl="6" marL="29718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114300" lvl="7" marL="34290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114300" lvl="8" marL="38862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Shape 13"/>
          <p:cNvSpPr txBox="1"/>
          <p:nvPr>
            <p:ph idx="11" type="ftr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Shape 14"/>
          <p:cNvSpPr txBox="1"/>
          <p:nvPr>
            <p:ph idx="10" type="dt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Shape 15"/>
          <p:cNvSpPr txBox="1"/>
          <p:nvPr>
            <p:ph idx="12" type="sldNum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  <p:sp>
        <p:nvSpPr>
          <p:cNvPr id="16" name="Shape 16"/>
          <p:cNvSpPr/>
          <p:nvPr/>
        </p:nvSpPr>
        <p:spPr>
          <a:xfrm>
            <a:off x="-7937" y="6407662"/>
            <a:ext cx="9161463" cy="430213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" name="Shape 17"/>
          <p:cNvGrpSpPr/>
          <p:nvPr/>
        </p:nvGrpSpPr>
        <p:grpSpPr>
          <a:xfrm>
            <a:off x="93969" y="6380675"/>
            <a:ext cx="9096069" cy="463550"/>
            <a:chOff x="93969" y="6408737"/>
            <a:chExt cx="9096069" cy="463550"/>
          </a:xfrm>
        </p:grpSpPr>
        <p:sp>
          <p:nvSpPr>
            <p:cNvPr descr="Pearson: Copyright 2015, 2012, 2009" id="18" name="Shape 18"/>
            <p:cNvSpPr txBox="1"/>
            <p:nvPr/>
          </p:nvSpPr>
          <p:spPr>
            <a:xfrm>
              <a:off x="93969" y="6408737"/>
              <a:ext cx="6316663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rIns="0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0" i="0" lang="en-US" sz="7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Copyright © 2018 Pearson Education, Inc. All Rights Reserved</a:t>
              </a:r>
            </a:p>
          </p:txBody>
        </p:sp>
        <p:pic>
          <p:nvPicPr>
            <p:cNvPr id="19" name="Shape 19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7748588" y="6442075"/>
              <a:ext cx="1441449" cy="43021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0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0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0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 txBox="1"/>
          <p:nvPr>
            <p:ph type="title"/>
          </p:nvPr>
        </p:nvSpPr>
        <p:spPr>
          <a:xfrm>
            <a:off x="457200" y="215371"/>
            <a:ext cx="8229600" cy="622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Security:  Operations &amp; Management</a:t>
            </a:r>
          </a:p>
        </p:txBody>
      </p:sp>
      <p:sp>
        <p:nvSpPr>
          <p:cNvPr id="103" name="Shape 103"/>
          <p:cNvSpPr txBox="1"/>
          <p:nvPr>
            <p:ph idx="1" type="body"/>
          </p:nvPr>
        </p:nvSpPr>
        <p:spPr>
          <a:xfrm>
            <a:off x="6477000" y="816429"/>
            <a:ext cx="2209799" cy="478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chemeClr val="accent1"/>
              </a:buClr>
              <a:buSzPct val="25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1" baseline="3000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b="1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Edition</a:t>
            </a:r>
          </a:p>
        </p:txBody>
      </p:sp>
      <p:sp>
        <p:nvSpPr>
          <p:cNvPr id="104" name="Shape 104"/>
          <p:cNvSpPr txBox="1"/>
          <p:nvPr>
            <p:ph idx="2" type="body"/>
          </p:nvPr>
        </p:nvSpPr>
        <p:spPr>
          <a:xfrm>
            <a:off x="5029200" y="1600200"/>
            <a:ext cx="3657600" cy="16001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chemeClr val="accent1"/>
              </a:buClr>
              <a:buSzPct val="25000"/>
              <a:buFont typeface="Arial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10</a:t>
            </a:r>
          </a:p>
        </p:txBody>
      </p:sp>
      <p:sp>
        <p:nvSpPr>
          <p:cNvPr id="105" name="Shape 105"/>
          <p:cNvSpPr txBox="1"/>
          <p:nvPr>
            <p:ph idx="3" type="body"/>
          </p:nvPr>
        </p:nvSpPr>
        <p:spPr>
          <a:xfrm>
            <a:off x="5029200" y="3200400"/>
            <a:ext cx="3657600" cy="292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chemeClr val="accent1"/>
              </a:buClr>
              <a:buSzPct val="250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Management, Leadership, &amp; Ethics in Security</a:t>
            </a:r>
          </a:p>
        </p:txBody>
      </p:sp>
      <p:pic>
        <p:nvPicPr>
          <p:cNvPr id="106" name="Shape 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7283" y="1793173"/>
            <a:ext cx="3111707" cy="3969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112"/>
          <p:cNvSpPr txBox="1"/>
          <p:nvPr>
            <p:ph type="title"/>
          </p:nvPr>
        </p:nvSpPr>
        <p:spPr>
          <a:xfrm>
            <a:off x="420329" y="228600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 Objectives </a:t>
            </a: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 of 2)</a:t>
            </a:r>
          </a:p>
        </p:txBody>
      </p:sp>
      <p:sp>
        <p:nvSpPr>
          <p:cNvPr id="113" name="Shape 1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118871" lvl="0" marL="118871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After completing this chapter, the reader should be able to:</a:t>
            </a:r>
          </a:p>
          <a:p>
            <a:pPr indent="-118871" lvl="0" marL="118871" marR="0" rtl="0" algn="l"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8871" lvl="0" marL="118871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	Explain some of the key difference between private 	and public administration</a:t>
            </a:r>
          </a:p>
          <a:p>
            <a:pPr indent="-118871" lvl="0" marL="118871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	Explain some of the key characteristics of a 	bureaucracy</a:t>
            </a:r>
          </a:p>
          <a:p>
            <a:pPr indent="-118871" lvl="0" marL="118871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	Explain what management means</a:t>
            </a:r>
          </a:p>
          <a:p>
            <a:pPr indent="-118871" lvl="0" marL="118871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	Explain some of the key responsibilities of managers</a:t>
            </a:r>
          </a:p>
          <a:p>
            <a:pPr indent="-118871" lvl="0" marL="118871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	Explain how the concept and practice of management 	has evolved in organizations</a:t>
            </a:r>
          </a:p>
          <a:p>
            <a:pPr indent="-118871" lvl="0" marL="118871" marR="0" rtl="0" algn="l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 Objectives </a:t>
            </a: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 of 2)</a:t>
            </a:r>
          </a:p>
        </p:txBody>
      </p:sp>
      <p:sp>
        <p:nvSpPr>
          <p:cNvPr id="120" name="Shape 1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118871" lvl="0" marL="118871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8871" lvl="0" marL="118871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6.	Understand what effective supervision is and why it is 	important</a:t>
            </a:r>
          </a:p>
          <a:p>
            <a:pPr indent="-118871" lvl="0" marL="118871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7.	Know the difference between management and 	supervision</a:t>
            </a:r>
          </a:p>
          <a:p>
            <a:pPr indent="-118871" lvl="0" marL="118871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8.	Explain and apply the concept of leadership in 	organizations</a:t>
            </a:r>
          </a:p>
          <a:p>
            <a:pPr indent="-118871" lvl="0" marL="118871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9.	Understand some of the behavioral assumptions of 	leadership styles</a:t>
            </a:r>
          </a:p>
          <a:p>
            <a:pPr indent="-118871" lvl="0" marL="118871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10.	Know how to ensure ethics and integrity in 	organizations through ethical leadership</a:t>
            </a:r>
          </a:p>
          <a:p>
            <a:pPr indent="-118871" lvl="0" marL="118871" marR="0" rtl="0" algn="l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Management &amp; Leadership</a:t>
            </a:r>
          </a:p>
        </p:txBody>
      </p:sp>
      <p:sp>
        <p:nvSpPr>
          <p:cNvPr id="127" name="Shape 12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Early origins: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Key points: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Need for Effective Administration</a:t>
            </a:r>
          </a:p>
        </p:txBody>
      </p:sp>
      <p:sp>
        <p:nvSpPr>
          <p:cNvPr id="134" name="Shape 13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Definitions of Administration: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Max Weber’s Theory of Bureaucracy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Background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6 Points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buClr>
                <a:schemeClr val="dk2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Post-Bureaucratic Organization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140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Management? </a:t>
            </a: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 of 4)</a:t>
            </a:r>
          </a:p>
        </p:txBody>
      </p:sp>
      <p:sp>
        <p:nvSpPr>
          <p:cNvPr id="141" name="Shape 14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Introduction/Definitions: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Core Functions of Management – POSDCORB: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147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Management? </a:t>
            </a: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 of 4)</a:t>
            </a:r>
          </a:p>
        </p:txBody>
      </p:sp>
      <p:sp>
        <p:nvSpPr>
          <p:cNvPr id="148" name="Shape 14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Mintzberg – 10 managerial roles: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Managerial levels: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hape 154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Evolution of Managerial Thought </a:t>
            </a: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(3 of 4)</a:t>
            </a:r>
          </a:p>
        </p:txBody>
      </p:sp>
      <p:sp>
        <p:nvSpPr>
          <p:cNvPr id="155" name="Shape 15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Classical Management: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Human Relations Movement: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61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Role of Supervision in the Workplace</a:t>
            </a:r>
            <a:br>
              <a:rPr b="1" i="0" lang="en-US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(3 of 4)</a:t>
            </a:r>
          </a:p>
        </p:txBody>
      </p:sp>
      <p:sp>
        <p:nvSpPr>
          <p:cNvPr id="162" name="Shape 16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Supervision defined: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Key points of supervision: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hape 167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Leadership </a:t>
            </a: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 of 6)</a:t>
            </a:r>
          </a:p>
        </p:txBody>
      </p:sp>
      <p:sp>
        <p:nvSpPr>
          <p:cNvPr id="168" name="Shape 16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Introduction/Definitions: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buClr>
                <a:schemeClr val="accent1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Compared to supervision &amp; management: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173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Leadership </a:t>
            </a: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 of 6)</a:t>
            </a:r>
          </a:p>
        </p:txBody>
      </p:sp>
      <p:sp>
        <p:nvSpPr>
          <p:cNvPr id="174" name="Shape 17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Leadership Theories: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Transactional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Transformational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500"/>
              </a:spcBef>
              <a:buClr>
                <a:schemeClr val="accent1"/>
              </a:buClr>
              <a:buSzPct val="25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Shape 179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Leadership </a:t>
            </a: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(3 of 6)</a:t>
            </a:r>
          </a:p>
        </p:txBody>
      </p:sp>
      <p:sp>
        <p:nvSpPr>
          <p:cNvPr id="180" name="Shape 18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Leadership Theories (continued):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Competencies of Leadership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Daniel’s 13 Leadership Competencies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Kotter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Drath &amp; Palus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500"/>
              </a:spcBef>
              <a:buClr>
                <a:schemeClr val="accent1"/>
              </a:buClr>
              <a:buSzPct val="25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Shape 185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Leadership </a:t>
            </a: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(4 of 6)</a:t>
            </a:r>
          </a:p>
        </p:txBody>
      </p:sp>
      <p:sp>
        <p:nvSpPr>
          <p:cNvPr id="186" name="Shape 18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Behavioral Assumptions &amp; Leadership Style: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Theory X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Theory Y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Theory Z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500"/>
              </a:spcBef>
              <a:buClr>
                <a:schemeClr val="accent1"/>
              </a:buClr>
              <a:buSzPct val="25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Shape 191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Leadership </a:t>
            </a: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(5 of 6)</a:t>
            </a:r>
          </a:p>
        </p:txBody>
      </p:sp>
      <p:sp>
        <p:nvSpPr>
          <p:cNvPr id="192" name="Shape 19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Managerial Grid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500"/>
              </a:spcBef>
              <a:buClr>
                <a:schemeClr val="accent1"/>
              </a:buClr>
              <a:buSzPct val="25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Shape 1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28000" y="2362200"/>
            <a:ext cx="3888000" cy="3473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Shape 198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Leadership </a:t>
            </a: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(6 of 6)</a:t>
            </a:r>
          </a:p>
        </p:txBody>
      </p:sp>
      <p:sp>
        <p:nvSpPr>
          <p:cNvPr id="199" name="Shape 19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Situational Leadership Model: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Path-Goal Leadership: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500"/>
              </a:spcBef>
              <a:buClr>
                <a:schemeClr val="accent1"/>
              </a:buClr>
              <a:buSzPct val="25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Shape 204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Ensuring Ethics and Integrity </a:t>
            </a: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 of 3)</a:t>
            </a:r>
          </a:p>
        </p:txBody>
      </p:sp>
      <p:sp>
        <p:nvSpPr>
          <p:cNvPr id="205" name="Shape 20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Introduction/Definitions: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Four fundamental ethical principles: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500"/>
              </a:spcBef>
              <a:buClr>
                <a:schemeClr val="accent1"/>
              </a:buClr>
              <a:buSzPct val="25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Shape 210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Ensuring Ethics and Integrity </a:t>
            </a: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 of 3)</a:t>
            </a:r>
          </a:p>
        </p:txBody>
      </p:sp>
      <p:sp>
        <p:nvSpPr>
          <p:cNvPr id="211" name="Shape 2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standards in applying ethics: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Ethical dilemmas:</a:t>
            </a:r>
          </a:p>
          <a:p>
            <a:pPr indent="0" lvl="0" marL="0" marR="0" rtl="0" algn="l"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500"/>
              </a:spcBef>
              <a:buClr>
                <a:schemeClr val="accent1"/>
              </a:buClr>
              <a:buSzPct val="25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Shape 216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Ensuring Ethics and Integrity </a:t>
            </a: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(3 of 3)</a:t>
            </a:r>
          </a:p>
        </p:txBody>
      </p:sp>
      <p:sp>
        <p:nvSpPr>
          <p:cNvPr id="217" name="Shape 2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Unethical activities: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Ethical standards: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Ethical leadership: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ASIS Code of Ethics:</a:t>
            </a:r>
          </a:p>
          <a:p>
            <a:pPr indent="0" lvl="0" marL="0" marR="0" rtl="0" algn="l"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500"/>
              </a:spcBef>
              <a:buClr>
                <a:schemeClr val="accent1"/>
              </a:buClr>
              <a:buSzPct val="25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Shape 222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ASIS Code of Ethics</a:t>
            </a:r>
          </a:p>
        </p:txBody>
      </p:sp>
      <p:pic>
        <p:nvPicPr>
          <p:cNvPr id="223" name="Shape 22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51138" y="1312651"/>
            <a:ext cx="4241722" cy="50119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508 Lecture">
  <a:themeElements>
    <a:clrScheme name="Custom 4">
      <a:dk1>
        <a:srgbClr val="003057"/>
      </a:dk1>
      <a:lt1>
        <a:srgbClr val="FFFFFF"/>
      </a:lt1>
      <a:dk2>
        <a:srgbClr val="000000"/>
      </a:dk2>
      <a:lt2>
        <a:srgbClr val="EEEEEE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C1581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