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867" r:id="rId4"/>
  </p:sldMasterIdLst>
  <p:notesMasterIdLst>
    <p:notesMasterId r:id="rId30"/>
  </p:notesMasterIdLst>
  <p:handoutMasterIdLst>
    <p:handoutMasterId r:id="rId31"/>
  </p:handoutMasterIdLst>
  <p:sldIdLst>
    <p:sldId id="264" r:id="rId5"/>
    <p:sldId id="297" r:id="rId6"/>
    <p:sldId id="284" r:id="rId7"/>
    <p:sldId id="289" r:id="rId8"/>
    <p:sldId id="290" r:id="rId9"/>
    <p:sldId id="291" r:id="rId10"/>
    <p:sldId id="285" r:id="rId11"/>
    <p:sldId id="286" r:id="rId12"/>
    <p:sldId id="280" r:id="rId13"/>
    <p:sldId id="292" r:id="rId14"/>
    <p:sldId id="287" r:id="rId15"/>
    <p:sldId id="281" r:id="rId16"/>
    <p:sldId id="282" r:id="rId17"/>
    <p:sldId id="298" r:id="rId18"/>
    <p:sldId id="288" r:id="rId19"/>
    <p:sldId id="295" r:id="rId20"/>
    <p:sldId id="296" r:id="rId21"/>
    <p:sldId id="294" r:id="rId22"/>
    <p:sldId id="299" r:id="rId23"/>
    <p:sldId id="300" r:id="rId24"/>
    <p:sldId id="301" r:id="rId25"/>
    <p:sldId id="302" r:id="rId26"/>
    <p:sldId id="303" r:id="rId27"/>
    <p:sldId id="283" r:id="rId28"/>
    <p:sldId id="267" r:id="rId29"/>
  </p:sldIdLst>
  <p:sldSz cx="9144000" cy="5143500" type="screen16x9"/>
  <p:notesSz cx="6858000" cy="9144000"/>
  <p:embeddedFontLst>
    <p:embeddedFont>
      <p:font typeface="Calibri" panose="020F0502020204030204" pitchFamily="34" charset="0"/>
      <p:regular r:id="rId32"/>
      <p:bold r:id="rId33"/>
      <p:italic r:id="rId34"/>
      <p:boldItalic r:id="rId35"/>
    </p:embeddedFont>
    <p:embeddedFont>
      <p:font typeface="Cutive Mono" pitchFamily="2" charset="77"/>
      <p:regular r:id="rId36"/>
    </p:embeddedFont>
    <p:embeddedFont>
      <p:font typeface="Open Sans" panose="020B0606030504020204" pitchFamily="34" charset="0"/>
      <p:regular r:id="rId37"/>
      <p:bold r:id="rId38"/>
      <p:italic r:id="rId39"/>
      <p:boldItalic r:id="rId40"/>
    </p:embeddedFont>
    <p:embeddedFont>
      <p:font typeface="Open Sans SemiBold" panose="020B0606030504020204" pitchFamily="34" charset="0"/>
      <p:bold r:id="rId41"/>
      <p:boldItalic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545F"/>
    <a:srgbClr val="004D71"/>
    <a:srgbClr val="B1B7BC"/>
    <a:srgbClr val="1B3764"/>
    <a:srgbClr val="0090B9"/>
    <a:srgbClr val="ED1C24"/>
    <a:srgbClr val="F5A81C"/>
    <a:srgbClr val="01A1DD"/>
    <a:srgbClr val="CFD4D7"/>
    <a:srgbClr val="B0B6BB"/>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81" autoAdjust="0"/>
    <p:restoredTop sz="83005" autoAdjust="0"/>
  </p:normalViewPr>
  <p:slideViewPr>
    <p:cSldViewPr snapToGrid="0">
      <p:cViewPr varScale="1">
        <p:scale>
          <a:sx n="75" d="100"/>
          <a:sy n="75" d="100"/>
        </p:scale>
        <p:origin x="168" y="96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font" Target="fonts/font10.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10/4/19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10/4/19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Tip: Encourage students to visit websites such as https://</a:t>
            </a:r>
            <a:r>
              <a:rPr lang="en-US" dirty="0" err="1"/>
              <a:t>linux-drivers.org</a:t>
            </a:r>
            <a:r>
              <a:rPr lang="en-US" dirty="0"/>
              <a:t>/ to check the specifications of the available systems against the current HCL.</a:t>
            </a:r>
          </a:p>
          <a:p>
            <a:endParaRPr lang="en-US" dirty="0"/>
          </a:p>
          <a:p>
            <a:r>
              <a:rPr lang="en-US" dirty="0"/>
              <a:t>Teaching Tip: This activity addresses some common issues that students can encounter in the field, even though the issues might not be encountered on the certification exam. Share your experiences with installation preparation, and encourage students to share their experiences with the rest of the class.</a:t>
            </a:r>
          </a:p>
        </p:txBody>
      </p:sp>
      <p:sp>
        <p:nvSpPr>
          <p:cNvPr id="4" name="Slide Number Placeholder 3"/>
          <p:cNvSpPr>
            <a:spLocks noGrp="1"/>
          </p:cNvSpPr>
          <p:nvPr>
            <p:ph type="sldNum" sz="quarter" idx="5"/>
          </p:nvPr>
        </p:nvSpPr>
        <p:spPr/>
        <p:txBody>
          <a:bodyPr/>
          <a:lstStyle/>
          <a:p>
            <a:fld id="{F0DDA35F-9E58-5D40-92C1-D8C7631003B0}" type="slidenum">
              <a:rPr lang="en-US" smtClean="0"/>
              <a:t>12</a:t>
            </a:fld>
            <a:endParaRPr lang="en-US" dirty="0"/>
          </a:p>
        </p:txBody>
      </p:sp>
    </p:spTree>
    <p:extLst>
      <p:ext uri="{BB962C8B-B14F-4D97-AF65-F5344CB8AC3E}">
        <p14:creationId xmlns:p14="http://schemas.microsoft.com/office/powerpoint/2010/main" val="1338053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Tip: This activity is intended to spark discussion and walk students mentally through the process of preparing for installation. The questions draw on information they've learned throughout the course. The answers are suggestions, not definitive recommendations.</a:t>
            </a:r>
          </a:p>
          <a:p>
            <a:endParaRPr lang="en-US" dirty="0"/>
          </a:p>
        </p:txBody>
      </p:sp>
      <p:sp>
        <p:nvSpPr>
          <p:cNvPr id="4" name="Slide Number Placeholder 3"/>
          <p:cNvSpPr>
            <a:spLocks noGrp="1"/>
          </p:cNvSpPr>
          <p:nvPr>
            <p:ph type="sldNum" sz="quarter" idx="5"/>
          </p:nvPr>
        </p:nvSpPr>
        <p:spPr/>
        <p:txBody>
          <a:bodyPr/>
          <a:lstStyle/>
          <a:p>
            <a:fld id="{F0DDA35F-9E58-5D40-92C1-D8C7631003B0}" type="slidenum">
              <a:rPr lang="en-US" smtClean="0"/>
              <a:t>13</a:t>
            </a:fld>
            <a:endParaRPr lang="en-US" dirty="0"/>
          </a:p>
        </p:txBody>
      </p:sp>
    </p:spTree>
    <p:extLst>
      <p:ext uri="{BB962C8B-B14F-4D97-AF65-F5344CB8AC3E}">
        <p14:creationId xmlns:p14="http://schemas.microsoft.com/office/powerpoint/2010/main" val="2485260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Opportunity: Consider letting the more experienced students know that they can leave if they aren't interested in going through the installation process. Students who are interested can stay and perform the steps in this activity.</a:t>
            </a:r>
          </a:p>
          <a:p>
            <a:endParaRPr lang="en-US" dirty="0"/>
          </a:p>
          <a:p>
            <a:r>
              <a:rPr lang="en-US" dirty="0"/>
              <a:t>Teaching Tip: Time permitting, you may wish to have students install Ubuntu in a VM as well.</a:t>
            </a:r>
          </a:p>
          <a:p>
            <a:endParaRPr lang="en-US" dirty="0"/>
          </a:p>
          <a:p>
            <a:r>
              <a:rPr lang="en-US" dirty="0"/>
              <a:t>Teaching Tip: Remember, if your classroom network is using an IP address range other than 10.50.1.0/24, make sure to inform students.</a:t>
            </a:r>
          </a:p>
        </p:txBody>
      </p:sp>
      <p:sp>
        <p:nvSpPr>
          <p:cNvPr id="4" name="Slide Number Placeholder 3"/>
          <p:cNvSpPr>
            <a:spLocks noGrp="1"/>
          </p:cNvSpPr>
          <p:nvPr>
            <p:ph type="sldNum" sz="quarter" idx="5"/>
          </p:nvPr>
        </p:nvSpPr>
        <p:spPr/>
        <p:txBody>
          <a:bodyPr/>
          <a:lstStyle/>
          <a:p>
            <a:fld id="{F0DDA35F-9E58-5D40-92C1-D8C7631003B0}" type="slidenum">
              <a:rPr lang="en-US" smtClean="0"/>
              <a:t>24</a:t>
            </a:fld>
            <a:endParaRPr lang="en-US" dirty="0"/>
          </a:p>
        </p:txBody>
      </p:sp>
    </p:spTree>
    <p:extLst>
      <p:ext uri="{BB962C8B-B14F-4D97-AF65-F5344CB8AC3E}">
        <p14:creationId xmlns:p14="http://schemas.microsoft.com/office/powerpoint/2010/main" val="8773700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wmf"/><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Lesson Outlin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EC3F268-D399-CD41-93EB-BC0DC0B74CB8}"/>
              </a:ext>
            </a:extLst>
          </p:cNvPr>
          <p:cNvPicPr>
            <a:picLocks noChangeAspect="1"/>
          </p:cNvPicPr>
          <p:nvPr userDrawn="1"/>
        </p:nvPicPr>
        <p:blipFill>
          <a:blip r:embed="rId2"/>
          <a:stretch>
            <a:fillRect/>
          </a:stretch>
        </p:blipFill>
        <p:spPr>
          <a:xfrm>
            <a:off x="0" y="4123764"/>
            <a:ext cx="9162288" cy="710498"/>
          </a:xfrm>
          <a:prstGeom prst="rect">
            <a:avLst/>
          </a:prstGeom>
        </p:spPr>
      </p:pic>
      <p:sp>
        <p:nvSpPr>
          <p:cNvPr id="8" name="Title Placeholder 1"/>
          <p:cNvSpPr>
            <a:spLocks noGrp="1"/>
          </p:cNvSpPr>
          <p:nvPr>
            <p:ph type="title" hasCustomPrompt="1"/>
          </p:nvPr>
        </p:nvSpPr>
        <p:spPr>
          <a:xfrm>
            <a:off x="341927" y="75202"/>
            <a:ext cx="8455567" cy="633458"/>
          </a:xfrm>
          <a:prstGeom prst="rect">
            <a:avLst/>
          </a:prstGeom>
        </p:spPr>
        <p:txBody>
          <a:bodyPr vert="horz" lIns="91440" tIns="45720" rIns="91440" bIns="45720" rtlCol="0" anchor="ctr">
            <a:noAutofit/>
          </a:bodyPr>
          <a:lstStyle>
            <a:lvl1pPr>
              <a:defRPr>
                <a:solidFill>
                  <a:srgbClr val="ED1C24"/>
                </a:solidFill>
              </a:defRPr>
            </a:lvl1pPr>
          </a:lstStyle>
          <a:p>
            <a:r>
              <a:rPr lang="en-US" dirty="0"/>
              <a:t>Course/Lesson outline</a:t>
            </a:r>
          </a:p>
        </p:txBody>
      </p:sp>
      <p:sp>
        <p:nvSpPr>
          <p:cNvPr id="7" name="Slide Number Placeholder 5">
            <a:extLst>
              <a:ext uri="{FF2B5EF4-FFF2-40B4-BE49-F238E27FC236}">
                <a16:creationId xmlns:a16="http://schemas.microsoft.com/office/drawing/2014/main" id="{22E793E8-1E1B-7342-97FF-3EBEB6CE2F97}"/>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10" name="Slide Number Placeholder 5">
            <a:extLst>
              <a:ext uri="{FF2B5EF4-FFF2-40B4-BE49-F238E27FC236}">
                <a16:creationId xmlns:a16="http://schemas.microsoft.com/office/drawing/2014/main" id="{C6A4ED92-FF5D-D14E-9468-3074E27957D7}"/>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4" name="Text Placeholder 2">
            <a:extLst>
              <a:ext uri="{FF2B5EF4-FFF2-40B4-BE49-F238E27FC236}">
                <a16:creationId xmlns:a16="http://schemas.microsoft.com/office/drawing/2014/main" id="{F10937EE-1C4A-CD4A-8D8B-58C6219952EB}"/>
              </a:ext>
            </a:extLst>
          </p:cNvPr>
          <p:cNvSpPr>
            <a:spLocks noGrp="1"/>
          </p:cNvSpPr>
          <p:nvPr>
            <p:ph idx="1" hasCustomPrompt="1"/>
          </p:nvPr>
        </p:nvSpPr>
        <p:spPr>
          <a:xfrm>
            <a:off x="341924" y="980349"/>
            <a:ext cx="8460152" cy="2990074"/>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6" name="Picture 15" descr="CompTIA_logo.wmf">
            <a:extLst>
              <a:ext uri="{FF2B5EF4-FFF2-40B4-BE49-F238E27FC236}">
                <a16:creationId xmlns:a16="http://schemas.microsoft.com/office/drawing/2014/main" id="{B6C7ED59-72C2-324E-AEEB-8DFC1F55737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264771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 Fill Slide">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7" y="75202"/>
            <a:ext cx="8455567" cy="633458"/>
          </a:xfrm>
          <a:prstGeom prst="rect">
            <a:avLst/>
          </a:prstGeom>
        </p:spPr>
        <p:txBody>
          <a:bodyPr vert="horz" lIns="91440" tIns="45720" rIns="91440" bIns="45720" rtlCol="0" anchor="ctr">
            <a:noAutofit/>
          </a:bodyPr>
          <a:lstStyle>
            <a:lvl1pPr>
              <a:defRPr>
                <a:solidFill>
                  <a:srgbClr val="ED1C24"/>
                </a:solidFill>
              </a:defRPr>
            </a:lvl1pPr>
          </a:lstStyle>
          <a:p>
            <a:r>
              <a:rPr lang="en-US" dirty="0"/>
              <a:t>Click to add title</a:t>
            </a:r>
          </a:p>
        </p:txBody>
      </p:sp>
      <p:sp>
        <p:nvSpPr>
          <p:cNvPr id="11" name="Slide Number Placeholder 5">
            <a:extLst>
              <a:ext uri="{FF2B5EF4-FFF2-40B4-BE49-F238E27FC236}">
                <a16:creationId xmlns:a16="http://schemas.microsoft.com/office/drawing/2014/main" id="{AD1568E5-94C1-AF4C-A4BA-19730F022926}"/>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13" name="Slide Number Placeholder 5">
            <a:extLst>
              <a:ext uri="{FF2B5EF4-FFF2-40B4-BE49-F238E27FC236}">
                <a16:creationId xmlns:a16="http://schemas.microsoft.com/office/drawing/2014/main" id="{CD95E9CC-440B-FB49-9F80-F9E9877D3292}"/>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6" name="Text Placeholder 2">
            <a:extLst>
              <a:ext uri="{FF2B5EF4-FFF2-40B4-BE49-F238E27FC236}">
                <a16:creationId xmlns:a16="http://schemas.microsoft.com/office/drawing/2014/main" id="{72C6F783-9286-1544-850A-F82A0510B462}"/>
              </a:ext>
            </a:extLst>
          </p:cNvPr>
          <p:cNvSpPr>
            <a:spLocks noGrp="1"/>
          </p:cNvSpPr>
          <p:nvPr>
            <p:ph idx="1" hasCustomPrompt="1"/>
          </p:nvPr>
        </p:nvSpPr>
        <p:spPr>
          <a:xfrm>
            <a:off x="341924" y="980347"/>
            <a:ext cx="8460152" cy="3567590"/>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0" name="Picture 9" descr="CompTIA_logo.wmf">
            <a:extLst>
              <a:ext uri="{FF2B5EF4-FFF2-40B4-BE49-F238E27FC236}">
                <a16:creationId xmlns:a16="http://schemas.microsoft.com/office/drawing/2014/main" id="{BB89A167-2C0A-E142-A4E6-098E36FF4B2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4169515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No Image or Icon">
    <p:spTree>
      <p:nvGrpSpPr>
        <p:cNvPr id="1" name=""/>
        <p:cNvGrpSpPr/>
        <p:nvPr/>
      </p:nvGrpSpPr>
      <p:grpSpPr>
        <a:xfrm>
          <a:off x="0" y="0"/>
          <a:ext cx="0" cy="0"/>
          <a:chOff x="0" y="0"/>
          <a:chExt cx="0" cy="0"/>
        </a:xfrm>
      </p:grpSpPr>
      <p:sp>
        <p:nvSpPr>
          <p:cNvPr id="9" name="Round Diagonal Corner Rectangle 8">
            <a:extLst>
              <a:ext uri="{FF2B5EF4-FFF2-40B4-BE49-F238E27FC236}">
                <a16:creationId xmlns:a16="http://schemas.microsoft.com/office/drawing/2014/main" id="{A6D98B26-BAB8-9248-A901-B3CA74DA7FAD}"/>
              </a:ext>
            </a:extLst>
          </p:cNvPr>
          <p:cNvSpPr/>
          <p:nvPr userDrawn="1"/>
        </p:nvSpPr>
        <p:spPr>
          <a:xfrm>
            <a:off x="408561" y="331611"/>
            <a:ext cx="8346333" cy="3443110"/>
          </a:xfrm>
          <a:prstGeom prst="round2DiagRect">
            <a:avLst>
              <a:gd name="adj1" fmla="val 0"/>
              <a:gd name="adj2" fmla="val 11792"/>
            </a:avLst>
          </a:prstGeom>
          <a:solidFill>
            <a:srgbClr val="007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p:nvPr>
        </p:nvSpPr>
        <p:spPr>
          <a:xfrm>
            <a:off x="650366" y="1051278"/>
            <a:ext cx="7981244" cy="1100674"/>
          </a:xfrm>
        </p:spPr>
        <p:txBody>
          <a:bodyPr lIns="0" rIns="0" anchor="b">
            <a:noAutofit/>
          </a:bodyPr>
          <a:lstStyle>
            <a:lvl1pPr algn="l">
              <a:defRPr sz="3600" b="1">
                <a:solidFill>
                  <a:srgbClr val="FFFFFF"/>
                </a:solidFill>
                <a:latin typeface="+mn-lt"/>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p:nvPr>
        </p:nvSpPr>
        <p:spPr>
          <a:xfrm>
            <a:off x="650366" y="2159007"/>
            <a:ext cx="6207634" cy="489656"/>
          </a:xfrm>
        </p:spPr>
        <p:txBody>
          <a:bodyPr lIns="0" rIns="0">
            <a:noAutofit/>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5" name="Picture 14" descr="CompTIA_logo.wmf">
            <a:extLst>
              <a:ext uri="{FF2B5EF4-FFF2-40B4-BE49-F238E27FC236}">
                <a16:creationId xmlns:a16="http://schemas.microsoft.com/office/drawing/2014/main" id="{859BC51B-7E40-1041-A8C3-D54CE59B1C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97111" y="4369323"/>
            <a:ext cx="1684782" cy="360426"/>
          </a:xfrm>
          <a:prstGeom prst="rect">
            <a:avLst/>
          </a:prstGeom>
        </p:spPr>
      </p:pic>
    </p:spTree>
    <p:extLst>
      <p:ext uri="{BB962C8B-B14F-4D97-AF65-F5344CB8AC3E}">
        <p14:creationId xmlns:p14="http://schemas.microsoft.com/office/powerpoint/2010/main" val="637312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ottom Fill Slid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C2B283-1721-A54D-A0F1-D2BEA4930744}"/>
              </a:ext>
            </a:extLst>
          </p:cNvPr>
          <p:cNvPicPr>
            <a:picLocks/>
          </p:cNvPicPr>
          <p:nvPr userDrawn="1"/>
        </p:nvPicPr>
        <p:blipFill>
          <a:blip r:embed="rId2"/>
          <a:stretch>
            <a:fillRect/>
          </a:stretch>
        </p:blipFill>
        <p:spPr>
          <a:xfrm>
            <a:off x="-18288" y="4443006"/>
            <a:ext cx="9180576" cy="384048"/>
          </a:xfrm>
          <a:prstGeom prst="rect">
            <a:avLst/>
          </a:prstGeom>
        </p:spPr>
      </p:pic>
      <p:sp>
        <p:nvSpPr>
          <p:cNvPr id="9" name="Title Placeholder 1"/>
          <p:cNvSpPr>
            <a:spLocks noGrp="1"/>
          </p:cNvSpPr>
          <p:nvPr>
            <p:ph type="title" hasCustomPrompt="1"/>
          </p:nvPr>
        </p:nvSpPr>
        <p:spPr>
          <a:xfrm>
            <a:off x="341925" y="75202"/>
            <a:ext cx="8455566" cy="633458"/>
          </a:xfrm>
          <a:prstGeom prst="rect">
            <a:avLst/>
          </a:prstGeom>
        </p:spPr>
        <p:txBody>
          <a:bodyPr vert="horz" lIns="91440" tIns="45720" rIns="91440" bIns="45720" rtlCol="0" anchor="ctr">
            <a:noAutofit/>
          </a:bodyPr>
          <a:lstStyle>
            <a:lvl1pPr>
              <a:defRPr b="1">
                <a:solidFill>
                  <a:srgbClr val="ED1C24"/>
                </a:solidFill>
                <a:latin typeface="+mn-lt"/>
              </a:defRPr>
            </a:lvl1pPr>
          </a:lstStyle>
          <a:p>
            <a:r>
              <a:rPr lang="en-US" dirty="0"/>
              <a:t>Click to add title</a:t>
            </a:r>
          </a:p>
        </p:txBody>
      </p:sp>
      <p:sp>
        <p:nvSpPr>
          <p:cNvPr id="5" name="Slide Number Placeholder 5">
            <a:extLst>
              <a:ext uri="{FF2B5EF4-FFF2-40B4-BE49-F238E27FC236}">
                <a16:creationId xmlns:a16="http://schemas.microsoft.com/office/drawing/2014/main" id="{EFBE5EB6-65FE-0E48-9452-A19FC7E53C3D}"/>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7" name="Slide Number Placeholder 5">
            <a:extLst>
              <a:ext uri="{FF2B5EF4-FFF2-40B4-BE49-F238E27FC236}">
                <a16:creationId xmlns:a16="http://schemas.microsoft.com/office/drawing/2014/main" id="{E99B5762-231E-5D48-BE77-49FAD4EC5C21}"/>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1" name="Text Placeholder 2">
            <a:extLst>
              <a:ext uri="{FF2B5EF4-FFF2-40B4-BE49-F238E27FC236}">
                <a16:creationId xmlns:a16="http://schemas.microsoft.com/office/drawing/2014/main" id="{DE834EAB-3654-8444-AD99-93CDAC63F3F4}"/>
              </a:ext>
            </a:extLst>
          </p:cNvPr>
          <p:cNvSpPr>
            <a:spLocks noGrp="1"/>
          </p:cNvSpPr>
          <p:nvPr>
            <p:ph idx="1" hasCustomPrompt="1"/>
          </p:nvPr>
        </p:nvSpPr>
        <p:spPr>
          <a:xfrm>
            <a:off x="341924" y="980349"/>
            <a:ext cx="8460152" cy="3322145"/>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6" name="Picture 15" descr="CompTIA_logo.wmf">
            <a:extLst>
              <a:ext uri="{FF2B5EF4-FFF2-40B4-BE49-F238E27FC236}">
                <a16:creationId xmlns:a16="http://schemas.microsoft.com/office/drawing/2014/main" id="{4944337A-3BE7-674E-B293-3D2844FE50B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4160274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4937C02-723F-7449-9D91-D10D98479B38}"/>
              </a:ext>
            </a:extLst>
          </p:cNvPr>
          <p:cNvPicPr>
            <a:picLocks noChangeAspect="1"/>
          </p:cNvPicPr>
          <p:nvPr userDrawn="1"/>
        </p:nvPicPr>
        <p:blipFill>
          <a:blip r:embed="rId2"/>
          <a:stretch>
            <a:fillRect/>
          </a:stretch>
        </p:blipFill>
        <p:spPr>
          <a:xfrm>
            <a:off x="6950148" y="3143794"/>
            <a:ext cx="2193852" cy="1999706"/>
          </a:xfrm>
          <a:prstGeom prst="rect">
            <a:avLst/>
          </a:prstGeom>
        </p:spPr>
      </p:pic>
      <p:sp>
        <p:nvSpPr>
          <p:cNvPr id="11" name="Title Placeholder 1"/>
          <p:cNvSpPr>
            <a:spLocks noGrp="1"/>
          </p:cNvSpPr>
          <p:nvPr>
            <p:ph type="title" hasCustomPrompt="1"/>
          </p:nvPr>
        </p:nvSpPr>
        <p:spPr>
          <a:xfrm>
            <a:off x="341925" y="75202"/>
            <a:ext cx="8455566" cy="633458"/>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5" name="Slide Number Placeholder 5">
            <a:extLst>
              <a:ext uri="{FF2B5EF4-FFF2-40B4-BE49-F238E27FC236}">
                <a16:creationId xmlns:a16="http://schemas.microsoft.com/office/drawing/2014/main" id="{357115EB-6EB9-AD43-BF51-6238C42B69E2}"/>
              </a:ext>
            </a:extLst>
          </p:cNvPr>
          <p:cNvSpPr txBox="1">
            <a:spLocks/>
          </p:cNvSpPr>
          <p:nvPr/>
        </p:nvSpPr>
        <p:spPr>
          <a:xfrm>
            <a:off x="81975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7" name="Slide Number Placeholder 5">
            <a:extLst>
              <a:ext uri="{FF2B5EF4-FFF2-40B4-BE49-F238E27FC236}">
                <a16:creationId xmlns:a16="http://schemas.microsoft.com/office/drawing/2014/main" id="{AAD0C0EF-7038-634B-8024-2C277C80B02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5" name="Text Placeholder 2">
            <a:extLst>
              <a:ext uri="{FF2B5EF4-FFF2-40B4-BE49-F238E27FC236}">
                <a16:creationId xmlns:a16="http://schemas.microsoft.com/office/drawing/2014/main" id="{EACD82ED-3ACE-6B4E-AED2-34697AE09C35}"/>
              </a:ext>
            </a:extLst>
          </p:cNvPr>
          <p:cNvSpPr>
            <a:spLocks noGrp="1"/>
          </p:cNvSpPr>
          <p:nvPr>
            <p:ph idx="1" hasCustomPrompt="1"/>
          </p:nvPr>
        </p:nvSpPr>
        <p:spPr>
          <a:xfrm>
            <a:off x="341924" y="980348"/>
            <a:ext cx="8460152" cy="3589247"/>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4" name="Picture 13" descr="CompTIA_logo.wmf">
            <a:extLst>
              <a:ext uri="{FF2B5EF4-FFF2-40B4-BE49-F238E27FC236}">
                <a16:creationId xmlns:a16="http://schemas.microsoft.com/office/drawing/2014/main" id="{356AF006-7545-FE4E-BA37-FA9657065F3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50535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lossary Term Definition">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5" y="75202"/>
            <a:ext cx="8455566" cy="633458"/>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752600" y="944984"/>
            <a:ext cx="7054516" cy="571500"/>
          </a:xfrm>
        </p:spPr>
        <p:txBody>
          <a:bodyPr/>
          <a:lstStyle>
            <a:lvl1pPr marL="0" indent="0" algn="l" defTabSz="342900" rtl="0" eaLnBrk="1" latinLnBrk="0" hangingPunct="1">
              <a:spcBef>
                <a:spcPct val="20000"/>
              </a:spcBef>
              <a:buClr>
                <a:schemeClr val="accent1"/>
              </a:buClr>
              <a:buFont typeface="Arial"/>
              <a:buNone/>
              <a:defRPr lang="en-US" sz="1800" b="0" kern="1200" dirty="0" smtClean="0">
                <a:solidFill>
                  <a:srgbClr val="ED1C24"/>
                </a:solidFill>
                <a:latin typeface="+mn-lt"/>
                <a:ea typeface="+mn-ea"/>
                <a:cs typeface="+mn-cs"/>
              </a:defRPr>
            </a:lvl1pPr>
            <a:lvl2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2pPr>
            <a:lvl3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3pPr>
            <a:lvl4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4pPr>
            <a:lvl5pPr marL="0" indent="0" algn="l" defTabSz="342900" rtl="0" eaLnBrk="1" latinLnBrk="0" hangingPunct="1">
              <a:spcBef>
                <a:spcPct val="20000"/>
              </a:spcBef>
              <a:buClr>
                <a:schemeClr val="accent1"/>
              </a:buClr>
              <a:buFont typeface="Arial"/>
              <a:buNone/>
              <a:defRPr lang="en-US" sz="1350" kern="1200" dirty="0">
                <a:solidFill>
                  <a:srgbClr val="0070C0"/>
                </a:solidFill>
                <a:latin typeface="+mn-lt"/>
                <a:ea typeface="+mn-ea"/>
                <a:cs typeface="+mn-cs"/>
              </a:defRPr>
            </a:lvl5pPr>
          </a:lstStyle>
          <a:p>
            <a:pPr lvl="0"/>
            <a:r>
              <a:rPr lang="en-US" dirty="0"/>
              <a:t>Term: definition. (Format “term” in bold.)</a:t>
            </a:r>
          </a:p>
        </p:txBody>
      </p:sp>
      <p:sp>
        <p:nvSpPr>
          <p:cNvPr id="6" name="Slide Number Placeholder 5">
            <a:extLst>
              <a:ext uri="{FF2B5EF4-FFF2-40B4-BE49-F238E27FC236}">
                <a16:creationId xmlns:a16="http://schemas.microsoft.com/office/drawing/2014/main" id="{804186BA-5094-1448-BB57-AB5B0FEA3A02}"/>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11" name="Slide Number Placeholder 5">
            <a:extLst>
              <a:ext uri="{FF2B5EF4-FFF2-40B4-BE49-F238E27FC236}">
                <a16:creationId xmlns:a16="http://schemas.microsoft.com/office/drawing/2014/main" id="{57DCA484-9C40-334C-AD13-25B14530D4BF}"/>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4" name="Text Placeholder 2">
            <a:extLst>
              <a:ext uri="{FF2B5EF4-FFF2-40B4-BE49-F238E27FC236}">
                <a16:creationId xmlns:a16="http://schemas.microsoft.com/office/drawing/2014/main" id="{1C8B6186-7A8B-DC46-9466-DB72DE79C1AC}"/>
              </a:ext>
            </a:extLst>
          </p:cNvPr>
          <p:cNvSpPr>
            <a:spLocks noGrp="1"/>
          </p:cNvSpPr>
          <p:nvPr>
            <p:ph idx="1" hasCustomPrompt="1"/>
          </p:nvPr>
        </p:nvSpPr>
        <p:spPr>
          <a:xfrm>
            <a:off x="341924" y="1696454"/>
            <a:ext cx="8460152" cy="2956575"/>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17" name="Picture 16" descr="CompTIA_logo.wmf">
            <a:extLst>
              <a:ext uri="{FF2B5EF4-FFF2-40B4-BE49-F238E27FC236}">
                <a16:creationId xmlns:a16="http://schemas.microsoft.com/office/drawing/2014/main" id="{A660B38B-C7D9-D944-83F2-8500759A1BD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18" name="Picture 100" descr="book">
            <a:extLst>
              <a:ext uri="{FF2B5EF4-FFF2-40B4-BE49-F238E27FC236}">
                <a16:creationId xmlns:a16="http://schemas.microsoft.com/office/drawing/2014/main" id="{7659040C-5D30-DA49-B1E6-5E966016CCA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8851" y="782499"/>
            <a:ext cx="911191" cy="7972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076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lossary Term Definition with Corner Fill">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752600" y="944984"/>
            <a:ext cx="6934200" cy="571500"/>
          </a:xfrm>
        </p:spPr>
        <p:txBody>
          <a:bodyPr/>
          <a:lstStyle>
            <a:lvl1pPr marL="0" indent="0" algn="l" defTabSz="342900" rtl="0" eaLnBrk="1" latinLnBrk="0" hangingPunct="1">
              <a:spcBef>
                <a:spcPct val="20000"/>
              </a:spcBef>
              <a:buClr>
                <a:schemeClr val="accent1"/>
              </a:buClr>
              <a:buFont typeface="Arial"/>
              <a:buNone/>
              <a:defRPr lang="en-US" sz="1800" kern="1200" dirty="0" smtClean="0">
                <a:solidFill>
                  <a:srgbClr val="ED1C24"/>
                </a:solidFill>
                <a:latin typeface="+mn-lt"/>
                <a:ea typeface="+mn-ea"/>
                <a:cs typeface="+mn-cs"/>
              </a:defRPr>
            </a:lvl1pPr>
            <a:lvl2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2pPr>
            <a:lvl3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3pPr>
            <a:lvl4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4pPr>
            <a:lvl5pPr marL="0" indent="0" algn="l" defTabSz="342900" rtl="0" eaLnBrk="1" latinLnBrk="0" hangingPunct="1">
              <a:spcBef>
                <a:spcPct val="20000"/>
              </a:spcBef>
              <a:buClr>
                <a:schemeClr val="accent1"/>
              </a:buClr>
              <a:buFont typeface="Arial"/>
              <a:buNone/>
              <a:defRPr lang="en-US" sz="1350" kern="1200" dirty="0">
                <a:solidFill>
                  <a:srgbClr val="0070C0"/>
                </a:solidFill>
                <a:latin typeface="+mn-lt"/>
                <a:ea typeface="+mn-ea"/>
                <a:cs typeface="+mn-cs"/>
              </a:defRPr>
            </a:lvl5pPr>
          </a:lstStyle>
          <a:p>
            <a:pPr lvl="0"/>
            <a:r>
              <a:rPr lang="en-US" dirty="0"/>
              <a:t>Term: definition. (Format “term” in bold.)</a:t>
            </a:r>
          </a:p>
        </p:txBody>
      </p:sp>
      <p:sp>
        <p:nvSpPr>
          <p:cNvPr id="11" name="Slide Number Placeholder 5">
            <a:extLst>
              <a:ext uri="{FF2B5EF4-FFF2-40B4-BE49-F238E27FC236}">
                <a16:creationId xmlns:a16="http://schemas.microsoft.com/office/drawing/2014/main" id="{BBD1DE29-ADE7-384D-809A-A52F9DD45FFD}"/>
              </a:ext>
            </a:extLst>
          </p:cNvPr>
          <p:cNvSpPr txBox="1">
            <a:spLocks/>
          </p:cNvSpPr>
          <p:nvPr userDrawn="1"/>
        </p:nvSpPr>
        <p:spPr>
          <a:xfrm>
            <a:off x="81975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14" name="Slide Number Placeholder 5">
            <a:extLst>
              <a:ext uri="{FF2B5EF4-FFF2-40B4-BE49-F238E27FC236}">
                <a16:creationId xmlns:a16="http://schemas.microsoft.com/office/drawing/2014/main" id="{2E180A83-A907-544F-B0AF-DAD9FC2DF73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6" name="Text Placeholder 2">
            <a:extLst>
              <a:ext uri="{FF2B5EF4-FFF2-40B4-BE49-F238E27FC236}">
                <a16:creationId xmlns:a16="http://schemas.microsoft.com/office/drawing/2014/main" id="{8B707612-480C-B144-82D3-40F98F576EEF}"/>
              </a:ext>
            </a:extLst>
          </p:cNvPr>
          <p:cNvSpPr>
            <a:spLocks noGrp="1"/>
          </p:cNvSpPr>
          <p:nvPr>
            <p:ph idx="1" hasCustomPrompt="1"/>
          </p:nvPr>
        </p:nvSpPr>
        <p:spPr>
          <a:xfrm>
            <a:off x="341924" y="1696453"/>
            <a:ext cx="8460152" cy="2985451"/>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20" name="Picture 19" descr="CompTIA_logo.wmf">
            <a:extLst>
              <a:ext uri="{FF2B5EF4-FFF2-40B4-BE49-F238E27FC236}">
                <a16:creationId xmlns:a16="http://schemas.microsoft.com/office/drawing/2014/main" id="{31E12641-FDB9-264E-B844-D1FF43FEA4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22" name="Picture 100" descr="book">
            <a:extLst>
              <a:ext uri="{FF2B5EF4-FFF2-40B4-BE49-F238E27FC236}">
                <a16:creationId xmlns:a16="http://schemas.microsoft.com/office/drawing/2014/main" id="{29E8A41D-6CE0-CC41-8C86-34EFB1EAFD7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8851" y="782499"/>
            <a:ext cx="911191" cy="79729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6904E5AC-2C37-054D-B16D-0D8582A5ED69}"/>
              </a:ext>
            </a:extLst>
          </p:cNvPr>
          <p:cNvPicPr>
            <a:picLocks noChangeAspect="1"/>
          </p:cNvPicPr>
          <p:nvPr userDrawn="1"/>
        </p:nvPicPr>
        <p:blipFill>
          <a:blip r:embed="rId4"/>
          <a:stretch>
            <a:fillRect/>
          </a:stretch>
        </p:blipFill>
        <p:spPr>
          <a:xfrm>
            <a:off x="6950148" y="3143794"/>
            <a:ext cx="2193852" cy="1999706"/>
          </a:xfrm>
          <a:prstGeom prst="rect">
            <a:avLst/>
          </a:prstGeom>
        </p:spPr>
      </p:pic>
    </p:spTree>
    <p:extLst>
      <p:ext uri="{BB962C8B-B14F-4D97-AF65-F5344CB8AC3E}">
        <p14:creationId xmlns:p14="http://schemas.microsoft.com/office/powerpoint/2010/main" val="374195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2593A58-0959-CB4D-8C6B-BF10FB4E9B2C}"/>
              </a:ext>
            </a:extLst>
          </p:cNvPr>
          <p:cNvSpPr>
            <a:spLocks noGrp="1"/>
          </p:cNvSpPr>
          <p:nvPr>
            <p:ph idx="1" hasCustomPrompt="1"/>
          </p:nvPr>
        </p:nvSpPr>
        <p:spPr>
          <a:xfrm>
            <a:off x="341924" y="980348"/>
            <a:ext cx="8460152" cy="3701556"/>
          </a:xfrm>
          <a:prstGeom prst="rect">
            <a:avLst/>
          </a:prstGeom>
        </p:spPr>
        <p:txBody>
          <a:bodyPr vert="horz" lIns="91440" tIns="45720" rIns="91440" bIns="45720" rtlCol="0">
            <a:noAutofit/>
          </a:bodyPr>
          <a:lstStyle>
            <a:lvl1pPr>
              <a:defRPr>
                <a:solidFill>
                  <a:srgbClr val="45545F"/>
                </a:solidFill>
              </a:defRPr>
            </a:lvl1pPr>
          </a:lstStyle>
          <a:p>
            <a:pPr lvl="0"/>
            <a:r>
              <a:rPr lang="en-US" dirty="0"/>
              <a:t>Click to edit Master text styles</a:t>
            </a:r>
          </a:p>
          <a:p>
            <a:pPr lvl="0"/>
            <a:r>
              <a:rPr lang="en-US" dirty="0"/>
              <a:t>Second level</a:t>
            </a:r>
          </a:p>
          <a:p>
            <a:pPr lvl="0"/>
            <a:r>
              <a:rPr lang="en-US" dirty="0"/>
              <a:t>Third level</a:t>
            </a:r>
          </a:p>
        </p:txBody>
      </p:sp>
      <p:pic>
        <p:nvPicPr>
          <p:cNvPr id="4" name="Picture 3">
            <a:extLst>
              <a:ext uri="{FF2B5EF4-FFF2-40B4-BE49-F238E27FC236}">
                <a16:creationId xmlns:a16="http://schemas.microsoft.com/office/drawing/2014/main" id="{67C22BF4-CE2A-B54A-B1D6-2812AD7BCBD9}"/>
              </a:ext>
            </a:extLst>
          </p:cNvPr>
          <p:cNvPicPr>
            <a:picLocks noChangeAspect="1"/>
          </p:cNvPicPr>
          <p:nvPr userDrawn="1"/>
        </p:nvPicPr>
        <p:blipFill>
          <a:blip r:embed="rId2"/>
          <a:stretch>
            <a:fillRect/>
          </a:stretch>
        </p:blipFill>
        <p:spPr>
          <a:xfrm>
            <a:off x="7215509" y="3683725"/>
            <a:ext cx="1605176" cy="998219"/>
          </a:xfrm>
          <a:prstGeom prst="rect">
            <a:avLst/>
          </a:prstGeom>
        </p:spPr>
      </p:pic>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Activity title</a:t>
            </a:r>
          </a:p>
        </p:txBody>
      </p:sp>
      <p:sp>
        <p:nvSpPr>
          <p:cNvPr id="5" name="Slide Number Placeholder 5">
            <a:extLst>
              <a:ext uri="{FF2B5EF4-FFF2-40B4-BE49-F238E27FC236}">
                <a16:creationId xmlns:a16="http://schemas.microsoft.com/office/drawing/2014/main" id="{15727794-1D8F-EE4B-86CA-492FD31C8844}"/>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02E05C79-1716-3D41-94C9-03C7F4E93A4D}"/>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5" name="Picture 14" descr="CompTIA_logo.wmf">
            <a:extLst>
              <a:ext uri="{FF2B5EF4-FFF2-40B4-BE49-F238E27FC236}">
                <a16:creationId xmlns:a16="http://schemas.microsoft.com/office/drawing/2014/main" id="{7C6D3784-9980-4349-B5E5-5AAE6F7E51C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1767032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ands-On Activity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E79872-6410-E14A-8678-93C3DB88970C}"/>
              </a:ext>
            </a:extLst>
          </p:cNvPr>
          <p:cNvPicPr>
            <a:picLocks noChangeAspect="1"/>
          </p:cNvPicPr>
          <p:nvPr/>
        </p:nvPicPr>
        <p:blipFill>
          <a:blip r:embed="rId2"/>
          <a:stretch>
            <a:fillRect/>
          </a:stretch>
        </p:blipFill>
        <p:spPr>
          <a:xfrm>
            <a:off x="0" y="4514851"/>
            <a:ext cx="9144000" cy="341951"/>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571500" y="3384616"/>
            <a:ext cx="8001000" cy="458390"/>
          </a:xfrm>
        </p:spPr>
        <p:txBody>
          <a:bodyPr/>
          <a:lstStyle>
            <a:lvl1pPr marL="0" indent="0" algn="ctr">
              <a:buNone/>
              <a:defRPr sz="2100">
                <a:solidFill>
                  <a:srgbClr val="45545F"/>
                </a:solidFill>
              </a:defRPr>
            </a:lvl1pPr>
          </a:lstStyle>
          <a:p>
            <a:pPr lvl="0"/>
            <a:r>
              <a:rPr lang="en-US" dirty="0"/>
              <a:t>Click to add Activity title</a:t>
            </a:r>
          </a:p>
        </p:txBody>
      </p:sp>
      <p:sp>
        <p:nvSpPr>
          <p:cNvPr id="11" name="TextBox 10">
            <a:extLst>
              <a:ext uri="{FF2B5EF4-FFF2-40B4-BE49-F238E27FC236}">
                <a16:creationId xmlns:a16="http://schemas.microsoft.com/office/drawing/2014/main" id="{C249395E-254B-4DF4-AD8F-137598C79946}"/>
              </a:ext>
            </a:extLst>
          </p:cNvPr>
          <p:cNvSpPr txBox="1"/>
          <p:nvPr/>
        </p:nvSpPr>
        <p:spPr>
          <a:xfrm>
            <a:off x="341925" y="218807"/>
            <a:ext cx="7883768" cy="461665"/>
          </a:xfrm>
          <a:prstGeom prst="rect">
            <a:avLst/>
          </a:prstGeom>
          <a:noFill/>
        </p:spPr>
        <p:txBody>
          <a:bodyPr wrap="square" rtlCol="0">
            <a:spAutoFit/>
          </a:bodyPr>
          <a:lstStyle/>
          <a:p>
            <a:r>
              <a:rPr lang="en-US" sz="2400" b="1" dirty="0">
                <a:solidFill>
                  <a:srgbClr val="ED1C24"/>
                </a:solidFill>
                <a:latin typeface="+mn-lt"/>
              </a:rPr>
              <a:t>Activity</a:t>
            </a:r>
          </a:p>
        </p:txBody>
      </p:sp>
      <p:sp>
        <p:nvSpPr>
          <p:cNvPr id="6" name="Slide Number Placeholder 5">
            <a:extLst>
              <a:ext uri="{FF2B5EF4-FFF2-40B4-BE49-F238E27FC236}">
                <a16:creationId xmlns:a16="http://schemas.microsoft.com/office/drawing/2014/main" id="{F628AF2C-F141-0F46-BA28-178577A16F7B}"/>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6BA17A01-17DB-2540-9CD7-DEA1D2C76BF2}"/>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4" name="Picture 13">
            <a:extLst>
              <a:ext uri="{FF2B5EF4-FFF2-40B4-BE49-F238E27FC236}">
                <a16:creationId xmlns:a16="http://schemas.microsoft.com/office/drawing/2014/main" id="{2F141D98-3766-574F-B382-B3B62F9F0689}"/>
              </a:ext>
            </a:extLst>
          </p:cNvPr>
          <p:cNvPicPr>
            <a:picLocks noChangeAspect="1"/>
          </p:cNvPicPr>
          <p:nvPr userDrawn="1"/>
        </p:nvPicPr>
        <p:blipFill>
          <a:blip r:embed="rId2"/>
          <a:stretch>
            <a:fillRect/>
          </a:stretch>
        </p:blipFill>
        <p:spPr>
          <a:xfrm>
            <a:off x="0" y="4514851"/>
            <a:ext cx="9144000" cy="341951"/>
          </a:xfrm>
          <a:prstGeom prst="rect">
            <a:avLst/>
          </a:prstGeom>
        </p:spPr>
      </p:pic>
      <p:pic>
        <p:nvPicPr>
          <p:cNvPr id="18" name="Picture 17" descr="CompTIA_logo.wmf">
            <a:extLst>
              <a:ext uri="{FF2B5EF4-FFF2-40B4-BE49-F238E27FC236}">
                <a16:creationId xmlns:a16="http://schemas.microsoft.com/office/drawing/2014/main" id="{1E5018EB-5EA6-DB41-BB6E-BDD87D776FBC}"/>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17" name="Picture 16">
            <a:extLst>
              <a:ext uri="{FF2B5EF4-FFF2-40B4-BE49-F238E27FC236}">
                <a16:creationId xmlns:a16="http://schemas.microsoft.com/office/drawing/2014/main" id="{24BDA0A4-50B6-2647-8936-3D1D66E5E7A5}"/>
              </a:ext>
            </a:extLst>
          </p:cNvPr>
          <p:cNvPicPr>
            <a:picLocks/>
          </p:cNvPicPr>
          <p:nvPr userDrawn="1"/>
        </p:nvPicPr>
        <p:blipFill>
          <a:blip r:embed="rId4"/>
          <a:stretch>
            <a:fillRect/>
          </a:stretch>
        </p:blipFill>
        <p:spPr>
          <a:xfrm>
            <a:off x="-18288" y="4511039"/>
            <a:ext cx="9180576" cy="347207"/>
          </a:xfrm>
          <a:prstGeom prst="rect">
            <a:avLst/>
          </a:prstGeom>
        </p:spPr>
      </p:pic>
      <p:pic>
        <p:nvPicPr>
          <p:cNvPr id="4" name="Picture 3">
            <a:extLst>
              <a:ext uri="{FF2B5EF4-FFF2-40B4-BE49-F238E27FC236}">
                <a16:creationId xmlns:a16="http://schemas.microsoft.com/office/drawing/2014/main" id="{D4A9D3A7-ED76-3242-8569-1F8CBACDFB92}"/>
              </a:ext>
            </a:extLst>
          </p:cNvPr>
          <p:cNvPicPr>
            <a:picLocks noChangeAspect="1"/>
          </p:cNvPicPr>
          <p:nvPr userDrawn="1"/>
        </p:nvPicPr>
        <p:blipFill>
          <a:blip r:embed="rId5"/>
          <a:stretch>
            <a:fillRect/>
          </a:stretch>
        </p:blipFill>
        <p:spPr>
          <a:xfrm>
            <a:off x="2978606" y="1406242"/>
            <a:ext cx="3186788" cy="1981784"/>
          </a:xfrm>
          <a:prstGeom prst="rect">
            <a:avLst/>
          </a:prstGeom>
        </p:spPr>
      </p:pic>
    </p:spTree>
    <p:extLst>
      <p:ext uri="{BB962C8B-B14F-4D97-AF65-F5344CB8AC3E}">
        <p14:creationId xmlns:p14="http://schemas.microsoft.com/office/powerpoint/2010/main" val="3920720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126EC4-13CC-5047-ACF1-7FCEABFB0D5E}"/>
              </a:ext>
            </a:extLst>
          </p:cNvPr>
          <p:cNvSpPr>
            <a:spLocks noGrp="1"/>
          </p:cNvSpPr>
          <p:nvPr>
            <p:ph idx="1" hasCustomPrompt="1"/>
          </p:nvPr>
        </p:nvSpPr>
        <p:spPr>
          <a:xfrm>
            <a:off x="341924" y="980348"/>
            <a:ext cx="8460152" cy="3701556"/>
          </a:xfrm>
          <a:prstGeom prst="rect">
            <a:avLst/>
          </a:prstGeom>
        </p:spPr>
        <p:txBody>
          <a:bodyPr vert="horz" lIns="91440" tIns="45720" rIns="91440" bIns="45720" rtlCol="0">
            <a:noAutofit/>
          </a:bodyPr>
          <a:lstStyle>
            <a:lvl1pPr>
              <a:defRPr>
                <a:solidFill>
                  <a:srgbClr val="45545F"/>
                </a:solidFill>
              </a:defRPr>
            </a:lvl1pPr>
          </a:lstStyle>
          <a:p>
            <a:pPr lvl="0"/>
            <a:r>
              <a:rPr lang="en-US" dirty="0"/>
              <a:t>Click to edit Master text styles</a:t>
            </a:r>
          </a:p>
          <a:p>
            <a:pPr lvl="0"/>
            <a:r>
              <a:rPr lang="en-US" dirty="0"/>
              <a:t>Second level</a:t>
            </a:r>
          </a:p>
          <a:p>
            <a:pPr lvl="0"/>
            <a:r>
              <a:rPr lang="en-US" dirty="0"/>
              <a:t>Third level</a:t>
            </a:r>
          </a:p>
        </p:txBody>
      </p:sp>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Activity title</a:t>
            </a:r>
          </a:p>
        </p:txBody>
      </p:sp>
      <p:sp>
        <p:nvSpPr>
          <p:cNvPr id="5" name="Slide Number Placeholder 5">
            <a:extLst>
              <a:ext uri="{FF2B5EF4-FFF2-40B4-BE49-F238E27FC236}">
                <a16:creationId xmlns:a16="http://schemas.microsoft.com/office/drawing/2014/main" id="{73732324-F386-A84B-A341-691AB7D65C3E}"/>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2F9B869A-1F05-B84C-AA9E-6A7FD25F6D9A}"/>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5" name="Picture 14" descr="CompTIA_logo.wmf">
            <a:extLst>
              <a:ext uri="{FF2B5EF4-FFF2-40B4-BE49-F238E27FC236}">
                <a16:creationId xmlns:a16="http://schemas.microsoft.com/office/drawing/2014/main" id="{B09C0D39-5E61-CE45-8FB8-F99FF19461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4" name="Picture 3">
            <a:extLst>
              <a:ext uri="{FF2B5EF4-FFF2-40B4-BE49-F238E27FC236}">
                <a16:creationId xmlns:a16="http://schemas.microsoft.com/office/drawing/2014/main" id="{954BC7E9-A100-5141-83FC-F271A0DDAEB8}"/>
              </a:ext>
            </a:extLst>
          </p:cNvPr>
          <p:cNvPicPr>
            <a:picLocks noChangeAspect="1"/>
          </p:cNvPicPr>
          <p:nvPr userDrawn="1"/>
        </p:nvPicPr>
        <p:blipFill>
          <a:blip r:embed="rId3"/>
          <a:stretch>
            <a:fillRect/>
          </a:stretch>
        </p:blipFill>
        <p:spPr>
          <a:xfrm>
            <a:off x="6853645" y="3619663"/>
            <a:ext cx="1959429" cy="1073317"/>
          </a:xfrm>
          <a:prstGeom prst="rect">
            <a:avLst/>
          </a:prstGeom>
        </p:spPr>
      </p:pic>
    </p:spTree>
    <p:extLst>
      <p:ext uri="{BB962C8B-B14F-4D97-AF65-F5344CB8AC3E}">
        <p14:creationId xmlns:p14="http://schemas.microsoft.com/office/powerpoint/2010/main" val="1148912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inds-On Activity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804EA5-17AD-354B-90BB-56A1A9BBD306}"/>
              </a:ext>
            </a:extLst>
          </p:cNvPr>
          <p:cNvPicPr>
            <a:picLocks noChangeAspect="1"/>
          </p:cNvPicPr>
          <p:nvPr/>
        </p:nvPicPr>
        <p:blipFill>
          <a:blip r:embed="rId2"/>
          <a:stretch>
            <a:fillRect/>
          </a:stretch>
        </p:blipFill>
        <p:spPr>
          <a:xfrm>
            <a:off x="0" y="4514851"/>
            <a:ext cx="9144000" cy="341951"/>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 y="3384616"/>
            <a:ext cx="9143999" cy="458390"/>
          </a:xfrm>
        </p:spPr>
        <p:txBody>
          <a:bodyPr/>
          <a:lstStyle>
            <a:lvl1pPr marL="0" indent="0" algn="ctr">
              <a:buNone/>
              <a:defRPr sz="2100">
                <a:solidFill>
                  <a:srgbClr val="45545F"/>
                </a:solidFill>
              </a:defRPr>
            </a:lvl1pPr>
          </a:lstStyle>
          <a:p>
            <a:pPr lvl="0"/>
            <a:r>
              <a:rPr lang="en-US" dirty="0"/>
              <a:t>Click to add Activity title</a:t>
            </a:r>
          </a:p>
        </p:txBody>
      </p:sp>
      <p:sp>
        <p:nvSpPr>
          <p:cNvPr id="11" name="TextBox 10">
            <a:extLst>
              <a:ext uri="{FF2B5EF4-FFF2-40B4-BE49-F238E27FC236}">
                <a16:creationId xmlns:a16="http://schemas.microsoft.com/office/drawing/2014/main" id="{C249395E-254B-4DF4-AD8F-137598C79946}"/>
              </a:ext>
            </a:extLst>
          </p:cNvPr>
          <p:cNvSpPr txBox="1"/>
          <p:nvPr/>
        </p:nvSpPr>
        <p:spPr>
          <a:xfrm>
            <a:off x="341925" y="218807"/>
            <a:ext cx="7883768" cy="461665"/>
          </a:xfrm>
          <a:prstGeom prst="rect">
            <a:avLst/>
          </a:prstGeom>
          <a:noFill/>
        </p:spPr>
        <p:txBody>
          <a:bodyPr wrap="square" rtlCol="0">
            <a:spAutoFit/>
          </a:bodyPr>
          <a:lstStyle/>
          <a:p>
            <a:r>
              <a:rPr lang="en-US" sz="2400" b="1" dirty="0">
                <a:solidFill>
                  <a:srgbClr val="ED1C24"/>
                </a:solidFill>
                <a:latin typeface="+mn-lt"/>
              </a:rPr>
              <a:t>Activity</a:t>
            </a:r>
          </a:p>
        </p:txBody>
      </p:sp>
      <p:sp>
        <p:nvSpPr>
          <p:cNvPr id="6" name="Slide Number Placeholder 5">
            <a:extLst>
              <a:ext uri="{FF2B5EF4-FFF2-40B4-BE49-F238E27FC236}">
                <a16:creationId xmlns:a16="http://schemas.microsoft.com/office/drawing/2014/main" id="{2784C09B-F43A-F747-800F-F1DE1DE87130}"/>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8" name="Slide Number Placeholder 5">
            <a:extLst>
              <a:ext uri="{FF2B5EF4-FFF2-40B4-BE49-F238E27FC236}">
                <a16:creationId xmlns:a16="http://schemas.microsoft.com/office/drawing/2014/main" id="{8DC713EE-FFB3-8147-9995-551A638CBF1D}"/>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3" name="Picture 12">
            <a:extLst>
              <a:ext uri="{FF2B5EF4-FFF2-40B4-BE49-F238E27FC236}">
                <a16:creationId xmlns:a16="http://schemas.microsoft.com/office/drawing/2014/main" id="{CE472390-70FA-EF46-BC95-2AB6BD804B49}"/>
              </a:ext>
            </a:extLst>
          </p:cNvPr>
          <p:cNvPicPr>
            <a:picLocks noChangeAspect="1"/>
          </p:cNvPicPr>
          <p:nvPr userDrawn="1"/>
        </p:nvPicPr>
        <p:blipFill>
          <a:blip r:embed="rId2"/>
          <a:stretch>
            <a:fillRect/>
          </a:stretch>
        </p:blipFill>
        <p:spPr>
          <a:xfrm>
            <a:off x="0" y="4514851"/>
            <a:ext cx="9144000" cy="341951"/>
          </a:xfrm>
          <a:prstGeom prst="rect">
            <a:avLst/>
          </a:prstGeom>
        </p:spPr>
      </p:pic>
      <p:pic>
        <p:nvPicPr>
          <p:cNvPr id="17" name="Picture 16" descr="CompTIA_logo.wmf">
            <a:extLst>
              <a:ext uri="{FF2B5EF4-FFF2-40B4-BE49-F238E27FC236}">
                <a16:creationId xmlns:a16="http://schemas.microsoft.com/office/drawing/2014/main" id="{EA95763B-85F6-9048-B507-4FD23026F60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16" name="Picture 15">
            <a:extLst>
              <a:ext uri="{FF2B5EF4-FFF2-40B4-BE49-F238E27FC236}">
                <a16:creationId xmlns:a16="http://schemas.microsoft.com/office/drawing/2014/main" id="{C30FFAE2-1926-424D-9409-EA1F521618BE}"/>
              </a:ext>
            </a:extLst>
          </p:cNvPr>
          <p:cNvPicPr>
            <a:picLocks/>
          </p:cNvPicPr>
          <p:nvPr userDrawn="1"/>
        </p:nvPicPr>
        <p:blipFill>
          <a:blip r:embed="rId4"/>
          <a:stretch>
            <a:fillRect/>
          </a:stretch>
        </p:blipFill>
        <p:spPr>
          <a:xfrm>
            <a:off x="-18288" y="4511039"/>
            <a:ext cx="9180576" cy="347207"/>
          </a:xfrm>
          <a:prstGeom prst="rect">
            <a:avLst/>
          </a:prstGeom>
        </p:spPr>
      </p:pic>
      <p:pic>
        <p:nvPicPr>
          <p:cNvPr id="5" name="Picture 4">
            <a:extLst>
              <a:ext uri="{FF2B5EF4-FFF2-40B4-BE49-F238E27FC236}">
                <a16:creationId xmlns:a16="http://schemas.microsoft.com/office/drawing/2014/main" id="{B3D31B16-7F80-4E40-A64A-D400F2BE5BDA}"/>
              </a:ext>
            </a:extLst>
          </p:cNvPr>
          <p:cNvPicPr>
            <a:picLocks noChangeAspect="1"/>
          </p:cNvPicPr>
          <p:nvPr userDrawn="1"/>
        </p:nvPicPr>
        <p:blipFill>
          <a:blip r:embed="rId5"/>
          <a:stretch>
            <a:fillRect/>
          </a:stretch>
        </p:blipFill>
        <p:spPr>
          <a:xfrm>
            <a:off x="2656114" y="1288868"/>
            <a:ext cx="3829752" cy="2097826"/>
          </a:xfrm>
          <a:prstGeom prst="rect">
            <a:avLst/>
          </a:prstGeom>
        </p:spPr>
      </p:pic>
    </p:spTree>
    <p:extLst>
      <p:ext uri="{BB962C8B-B14F-4D97-AF65-F5344CB8AC3E}">
        <p14:creationId xmlns:p14="http://schemas.microsoft.com/office/powerpoint/2010/main" val="69074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n-lt"/>
              </a:defRPr>
            </a:lvl1pPr>
          </a:lstStyle>
          <a:p>
            <a:r>
              <a:rPr lang="en-US" dirty="0"/>
              <a:t>Click to add title</a:t>
            </a:r>
          </a:p>
        </p:txBody>
      </p:sp>
      <p:sp>
        <p:nvSpPr>
          <p:cNvPr id="3" name="Slide Number Placeholder 5">
            <a:extLst>
              <a:ext uri="{FF2B5EF4-FFF2-40B4-BE49-F238E27FC236}">
                <a16:creationId xmlns:a16="http://schemas.microsoft.com/office/drawing/2014/main" id="{0B532A39-38A8-2A46-94DF-A7FED7B65D5B}"/>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5" name="Slide Number Placeholder 5">
            <a:extLst>
              <a:ext uri="{FF2B5EF4-FFF2-40B4-BE49-F238E27FC236}">
                <a16:creationId xmlns:a16="http://schemas.microsoft.com/office/drawing/2014/main" id="{13E0E152-89EE-D041-8208-22B1448FC3DA}"/>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9" name="Picture 8" descr="CompTIA_logo.wmf">
            <a:extLst>
              <a:ext uri="{FF2B5EF4-FFF2-40B4-BE49-F238E27FC236}">
                <a16:creationId xmlns:a16="http://schemas.microsoft.com/office/drawing/2014/main" id="{1E765CB9-1B51-9D48-955D-6843AA1B95F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2421152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Reflective Ques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341925" y="976531"/>
            <a:ext cx="8460150" cy="3394472"/>
          </a:xfrm>
        </p:spPr>
        <p:txBody>
          <a:bodyPr/>
          <a:lstStyle>
            <a:lvl1pPr>
              <a:spcAft>
                <a:spcPts val="1800"/>
              </a:spcAft>
              <a:buFont typeface="+mj-lt"/>
              <a:buAutoNum type="arabicPeriod"/>
              <a:defRPr sz="1800">
                <a:solidFill>
                  <a:srgbClr val="45545F"/>
                </a:solidFill>
              </a:defRPr>
            </a:lvl1pPr>
            <a:lvl2pPr marL="600075" indent="-257175">
              <a:buFont typeface="+mj-lt"/>
              <a:buAutoNum type="arabicPeriod"/>
              <a:defRPr/>
            </a:lvl2pPr>
            <a:lvl3pPr marL="942975" indent="-257175">
              <a:buFont typeface="+mj-lt"/>
              <a:buAutoNum type="arabicPeriod"/>
              <a:defRPr/>
            </a:lvl3pPr>
            <a:lvl4pPr marL="1371600" indent="-342900">
              <a:buFont typeface="+mj-lt"/>
              <a:buAutoNum type="arabicPeriod"/>
              <a:defRPr/>
            </a:lvl4pPr>
            <a:lvl5pPr marL="1714500" indent="-3429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7" name="TextBox 6">
            <a:extLst>
              <a:ext uri="{FF2B5EF4-FFF2-40B4-BE49-F238E27FC236}">
                <a16:creationId xmlns:a16="http://schemas.microsoft.com/office/drawing/2014/main" id="{50A4E754-7F02-4770-8121-961E43A23B05}"/>
              </a:ext>
            </a:extLst>
          </p:cNvPr>
          <p:cNvSpPr txBox="1"/>
          <p:nvPr userDrawn="1"/>
        </p:nvSpPr>
        <p:spPr>
          <a:xfrm>
            <a:off x="341925" y="218807"/>
            <a:ext cx="7883768" cy="461665"/>
          </a:xfrm>
          <a:prstGeom prst="rect">
            <a:avLst/>
          </a:prstGeom>
          <a:noFill/>
        </p:spPr>
        <p:txBody>
          <a:bodyPr wrap="square" rtlCol="0">
            <a:spAutoFit/>
          </a:bodyPr>
          <a:lstStyle/>
          <a:p>
            <a:r>
              <a:rPr lang="en-US" sz="2400" b="1" dirty="0">
                <a:solidFill>
                  <a:srgbClr val="ED1C24"/>
                </a:solidFill>
                <a:latin typeface="+mn-lt"/>
              </a:rPr>
              <a:t>Reflective Questions</a:t>
            </a:r>
          </a:p>
        </p:txBody>
      </p:sp>
      <p:sp>
        <p:nvSpPr>
          <p:cNvPr id="6" name="Slide Number Placeholder 5">
            <a:extLst>
              <a:ext uri="{FF2B5EF4-FFF2-40B4-BE49-F238E27FC236}">
                <a16:creationId xmlns:a16="http://schemas.microsoft.com/office/drawing/2014/main" id="{14A600C4-2AD2-7847-84E5-43FA5600D6B7}"/>
              </a:ext>
            </a:extLst>
          </p:cNvPr>
          <p:cNvSpPr txBox="1">
            <a:spLocks/>
          </p:cNvSpPr>
          <p:nvPr/>
        </p:nvSpPr>
        <p:spPr>
          <a:xfrm>
            <a:off x="-402655"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E5CC41E3-297F-AB42-B4CD-9E84AFB27EFB}"/>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4" name="Picture 13" descr="CompTIA_logo.wmf">
            <a:extLst>
              <a:ext uri="{FF2B5EF4-FFF2-40B4-BE49-F238E27FC236}">
                <a16:creationId xmlns:a16="http://schemas.microsoft.com/office/drawing/2014/main" id="{9EDA33E4-71A4-D841-BB71-AA1209C4CDB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8" name="Picture 7">
            <a:extLst>
              <a:ext uri="{FF2B5EF4-FFF2-40B4-BE49-F238E27FC236}">
                <a16:creationId xmlns:a16="http://schemas.microsoft.com/office/drawing/2014/main" id="{52F70059-50E2-B24D-9AA3-145112C8E861}"/>
              </a:ext>
            </a:extLst>
          </p:cNvPr>
          <p:cNvPicPr>
            <a:picLocks noChangeAspect="1"/>
          </p:cNvPicPr>
          <p:nvPr userDrawn="1"/>
        </p:nvPicPr>
        <p:blipFill>
          <a:blip r:embed="rId3"/>
          <a:stretch>
            <a:fillRect/>
          </a:stretch>
        </p:blipFill>
        <p:spPr>
          <a:xfrm>
            <a:off x="6447759" y="3743863"/>
            <a:ext cx="2696240" cy="1402469"/>
          </a:xfrm>
          <a:prstGeom prst="rect">
            <a:avLst/>
          </a:prstGeom>
        </p:spPr>
      </p:pic>
    </p:spTree>
    <p:extLst>
      <p:ext uri="{BB962C8B-B14F-4D97-AF65-F5344CB8AC3E}">
        <p14:creationId xmlns:p14="http://schemas.microsoft.com/office/powerpoint/2010/main" val="989302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79780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atin typeface="+mn-lt"/>
              </a:defRPr>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800">
                <a:solidFill>
                  <a:srgbClr val="45545F"/>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Slide Number Placeholder 5">
            <a:extLst>
              <a:ext uri="{FF2B5EF4-FFF2-40B4-BE49-F238E27FC236}">
                <a16:creationId xmlns:a16="http://schemas.microsoft.com/office/drawing/2014/main" id="{0E3403EC-28B3-2848-96B2-0EB19ACC0D43}"/>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5" name="Slide Number Placeholder 5">
            <a:extLst>
              <a:ext uri="{FF2B5EF4-FFF2-40B4-BE49-F238E27FC236}">
                <a16:creationId xmlns:a16="http://schemas.microsoft.com/office/drawing/2014/main" id="{7D192D95-7954-EB43-B134-73EFED82A978}"/>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9" name="Picture 8" descr="CompTIA_logo.wmf">
            <a:extLst>
              <a:ext uri="{FF2B5EF4-FFF2-40B4-BE49-F238E27FC236}">
                <a16:creationId xmlns:a16="http://schemas.microsoft.com/office/drawing/2014/main" id="{58B37B13-2D80-ED4F-AA57-92F8720DF4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22512061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n-lt"/>
              </a:defRPr>
            </a:lvl1pPr>
          </a:lstStyle>
          <a:p>
            <a:r>
              <a:rPr lang="en-US" dirty="0"/>
              <a:t>Click to add title</a:t>
            </a:r>
          </a:p>
        </p:txBody>
      </p:sp>
      <p:sp>
        <p:nvSpPr>
          <p:cNvPr id="3" name="Content Placeholder 2"/>
          <p:cNvSpPr>
            <a:spLocks noGrp="1"/>
          </p:cNvSpPr>
          <p:nvPr>
            <p:ph sz="half" idx="1"/>
          </p:nvPr>
        </p:nvSpPr>
        <p:spPr>
          <a:xfrm>
            <a:off x="457200" y="1200151"/>
            <a:ext cx="4038600" cy="3394472"/>
          </a:xfrm>
        </p:spPr>
        <p:txBody>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648200" y="1200151"/>
            <a:ext cx="4038600" cy="3394472"/>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p:txBody>
      </p:sp>
      <p:sp>
        <p:nvSpPr>
          <p:cNvPr id="5" name="Slide Number Placeholder 5">
            <a:extLst>
              <a:ext uri="{FF2B5EF4-FFF2-40B4-BE49-F238E27FC236}">
                <a16:creationId xmlns:a16="http://schemas.microsoft.com/office/drawing/2014/main" id="{F5D94452-C962-A343-85AC-E3B4874697F0}"/>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6" name="Slide Number Placeholder 5">
            <a:extLst>
              <a:ext uri="{FF2B5EF4-FFF2-40B4-BE49-F238E27FC236}">
                <a16:creationId xmlns:a16="http://schemas.microsoft.com/office/drawing/2014/main" id="{AB226F9D-6293-B945-9CB4-7274CE8670A6}"/>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0" name="Picture 9" descr="CompTIA_logo.wmf">
            <a:extLst>
              <a:ext uri="{FF2B5EF4-FFF2-40B4-BE49-F238E27FC236}">
                <a16:creationId xmlns:a16="http://schemas.microsoft.com/office/drawing/2014/main" id="{953D7D55-FF4B-144A-9A47-F9B21A50C6A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5444018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n-lt"/>
              </a:defRPr>
            </a:lvl1pPr>
          </a:lstStyle>
          <a:p>
            <a:r>
              <a:rPr lang="en-US" dirty="0"/>
              <a:t>Click to add title</a:t>
            </a:r>
          </a:p>
        </p:txBody>
      </p:sp>
      <p:sp>
        <p:nvSpPr>
          <p:cNvPr id="3" name="Text Placeholder 2"/>
          <p:cNvSpPr>
            <a:spLocks noGrp="1"/>
          </p:cNvSpPr>
          <p:nvPr>
            <p:ph type="body" idx="1"/>
          </p:nvPr>
        </p:nvSpPr>
        <p:spPr>
          <a:xfrm>
            <a:off x="457200" y="1151335"/>
            <a:ext cx="4040188" cy="479822"/>
          </a:xfrm>
        </p:spPr>
        <p:txBody>
          <a:bodyPr anchor="b">
            <a:noAutofit/>
          </a:bodyPr>
          <a:lstStyle>
            <a:lvl1pPr marL="0" indent="0" algn="l">
              <a:buNone/>
              <a:defRPr sz="1800" b="1">
                <a:solidFill>
                  <a:srgbClr val="45545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645028" y="1151335"/>
            <a:ext cx="4041775" cy="479822"/>
          </a:xfrm>
        </p:spPr>
        <p:txBody>
          <a:bodyPr anchor="b">
            <a:noAutofit/>
          </a:bodyPr>
          <a:lstStyle>
            <a:lvl1pPr marL="0" indent="0">
              <a:buNone/>
              <a:defRPr sz="1800" b="1">
                <a:solidFill>
                  <a:srgbClr val="45545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8" y="1631156"/>
            <a:ext cx="4041775" cy="2963466"/>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465A5C3B-129C-D748-B860-AFF7226C86E0}"/>
              </a:ext>
            </a:extLst>
          </p:cNvPr>
          <p:cNvSpPr>
            <a:spLocks noGrp="1"/>
          </p:cNvSpPr>
          <p:nvPr>
            <p:ph type="sldNum" sz="quarter" idx="10"/>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8" name="Slide Number Placeholder 5">
            <a:extLst>
              <a:ext uri="{FF2B5EF4-FFF2-40B4-BE49-F238E27FC236}">
                <a16:creationId xmlns:a16="http://schemas.microsoft.com/office/drawing/2014/main" id="{F1D68FB8-E621-1848-9493-C38F1D7EBE28}"/>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2" name="Picture 11" descr="CompTIA_logo.wmf">
            <a:extLst>
              <a:ext uri="{FF2B5EF4-FFF2-40B4-BE49-F238E27FC236}">
                <a16:creationId xmlns:a16="http://schemas.microsoft.com/office/drawing/2014/main" id="{9E0A0277-6F7D-464A-B7AB-99B78E17BC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7032284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9972" y="80597"/>
            <a:ext cx="7797800" cy="615462"/>
          </a:xfrm>
        </p:spPr>
        <p:txBody>
          <a:bodyPr anchor="ctr" anchorCtr="0">
            <a:noAutofit/>
          </a:bodyPr>
          <a:lstStyle>
            <a:lvl1pPr algn="l">
              <a:defRPr sz="2400" b="1">
                <a:latin typeface="+mn-lt"/>
              </a:defRPr>
            </a:lvl1pPr>
          </a:lstStyle>
          <a:p>
            <a:r>
              <a:rPr lang="en-US" dirty="0"/>
              <a:t>Click to add title</a:t>
            </a:r>
          </a:p>
        </p:txBody>
      </p:sp>
      <p:sp>
        <p:nvSpPr>
          <p:cNvPr id="3" name="Content Placeholder 2"/>
          <p:cNvSpPr>
            <a:spLocks noGrp="1"/>
          </p:cNvSpPr>
          <p:nvPr>
            <p:ph idx="1"/>
          </p:nvPr>
        </p:nvSpPr>
        <p:spPr>
          <a:xfrm>
            <a:off x="3575050" y="1076327"/>
            <a:ext cx="5111750" cy="3518297"/>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457203" y="1076327"/>
            <a:ext cx="3008313" cy="3518297"/>
          </a:xfrm>
        </p:spPr>
        <p:txBody>
          <a:bodyPr/>
          <a:lstStyle>
            <a:lvl1pPr marL="0" indent="0">
              <a:buNone/>
              <a:defRPr sz="1800">
                <a:solidFill>
                  <a:srgbClr val="45545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5">
            <a:extLst>
              <a:ext uri="{FF2B5EF4-FFF2-40B4-BE49-F238E27FC236}">
                <a16:creationId xmlns:a16="http://schemas.microsoft.com/office/drawing/2014/main" id="{1C1949C1-B925-B544-AA5E-2B852777C1B7}"/>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6" name="Slide Number Placeholder 5">
            <a:extLst>
              <a:ext uri="{FF2B5EF4-FFF2-40B4-BE49-F238E27FC236}">
                <a16:creationId xmlns:a16="http://schemas.microsoft.com/office/drawing/2014/main" id="{5C377139-E7E4-3D4D-86BD-7F66AB957479}"/>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0" name="Picture 9" descr="CompTIA_logo.wmf">
            <a:extLst>
              <a:ext uri="{FF2B5EF4-FFF2-40B4-BE49-F238E27FC236}">
                <a16:creationId xmlns:a16="http://schemas.microsoft.com/office/drawing/2014/main" id="{840D7BB1-77D8-B148-9C19-407AE5F22E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1758020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717679"/>
            <a:ext cx="5486400" cy="425054"/>
          </a:xfrm>
        </p:spPr>
        <p:txBody>
          <a:bodyPr anchor="b"/>
          <a:lstStyle>
            <a:lvl1pPr algn="l">
              <a:defRPr sz="1800" b="1">
                <a:latin typeface="+mn-lt"/>
              </a:defRPr>
            </a:lvl1pPr>
          </a:lstStyle>
          <a:p>
            <a:r>
              <a:rPr lang="en-US"/>
              <a:t>Click to edit Master title style</a:t>
            </a:r>
            <a:endParaRPr lang="en-US" dirty="0"/>
          </a:p>
        </p:txBody>
      </p:sp>
      <p:sp>
        <p:nvSpPr>
          <p:cNvPr id="3" name="Picture Placeholder 2"/>
          <p:cNvSpPr>
            <a:spLocks noGrp="1"/>
          </p:cNvSpPr>
          <p:nvPr>
            <p:ph type="pic" idx="1"/>
          </p:nvPr>
        </p:nvSpPr>
        <p:spPr>
          <a:xfrm>
            <a:off x="1792288" y="835270"/>
            <a:ext cx="5486400" cy="2827640"/>
          </a:xfrm>
        </p:spPr>
        <p:txBody>
          <a:bodyPr>
            <a:noAutofit/>
          </a:bodyPr>
          <a:lstStyle>
            <a:lvl1pPr marL="0" indent="0">
              <a:buNone/>
              <a:defRPr sz="1800">
                <a:solidFill>
                  <a:srgbClr val="45545F"/>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792288" y="4142732"/>
            <a:ext cx="5486400" cy="603647"/>
          </a:xfrm>
        </p:spPr>
        <p:txBody>
          <a:bodyPr/>
          <a:lstStyle>
            <a:lvl1pPr marL="0" indent="0">
              <a:buNone/>
              <a:defRPr sz="1800">
                <a:solidFill>
                  <a:srgbClr val="45545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5">
            <a:extLst>
              <a:ext uri="{FF2B5EF4-FFF2-40B4-BE49-F238E27FC236}">
                <a16:creationId xmlns:a16="http://schemas.microsoft.com/office/drawing/2014/main" id="{A43D6327-F44D-AF41-80D9-C8F881FE6F2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6" name="Slide Number Placeholder 5">
            <a:extLst>
              <a:ext uri="{FF2B5EF4-FFF2-40B4-BE49-F238E27FC236}">
                <a16:creationId xmlns:a16="http://schemas.microsoft.com/office/drawing/2014/main" id="{1AF11E4D-3647-2042-8AA9-4ADEF03A889D}"/>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0" name="Picture 9" descr="CompTIA_logo.wmf">
            <a:extLst>
              <a:ext uri="{FF2B5EF4-FFF2-40B4-BE49-F238E27FC236}">
                <a16:creationId xmlns:a16="http://schemas.microsoft.com/office/drawing/2014/main" id="{864C3DE1-22DC-4B48-9954-09A38AB51E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0173824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n-lt"/>
              </a:defRPr>
            </a:lvl1pPr>
          </a:lstStyle>
          <a:p>
            <a:r>
              <a:rPr lang="en-US" dirty="0"/>
              <a:t>Click to add title</a:t>
            </a:r>
          </a:p>
        </p:txBody>
      </p:sp>
      <p:sp>
        <p:nvSpPr>
          <p:cNvPr id="3" name="Vertical Text Placeholder 2"/>
          <p:cNvSpPr>
            <a:spLocks noGrp="1"/>
          </p:cNvSpPr>
          <p:nvPr>
            <p:ph type="body" orient="vert" idx="1"/>
          </p:nvPr>
        </p:nvSpPr>
        <p:spPr/>
        <p:txBody>
          <a:bodyPr vert="eaVert"/>
          <a:lstStyle>
            <a:lvl1pPr>
              <a:defRPr>
                <a:solidFill>
                  <a:srgbClr val="45545F"/>
                </a:solidFill>
              </a:defRPr>
            </a:lvl1pPr>
            <a:lvl2pPr>
              <a:defRPr>
                <a:solidFill>
                  <a:srgbClr val="45545F"/>
                </a:solidFill>
              </a:defRPr>
            </a:lvl2pPr>
            <a:lvl3pPr>
              <a:defRPr>
                <a:solidFill>
                  <a:srgbClr val="45545F"/>
                </a:solidFill>
              </a:defRPr>
            </a:lvl3pPr>
          </a:lstStyle>
          <a:p>
            <a:pPr lvl="0"/>
            <a:r>
              <a:rPr lang="en-US"/>
              <a:t>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DB01C9F3-3BDB-EE4F-8A30-9A2C41287F92}"/>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5" name="Slide Number Placeholder 5">
            <a:extLst>
              <a:ext uri="{FF2B5EF4-FFF2-40B4-BE49-F238E27FC236}">
                <a16:creationId xmlns:a16="http://schemas.microsoft.com/office/drawing/2014/main" id="{BFBB5713-2AA6-6A44-B019-28FDF5A1CE78}"/>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9" name="Picture 8" descr="CompTIA_logo.wmf">
            <a:extLst>
              <a:ext uri="{FF2B5EF4-FFF2-40B4-BE49-F238E27FC236}">
                <a16:creationId xmlns:a16="http://schemas.microsoft.com/office/drawing/2014/main" id="{863308DA-D7BC-384E-821F-8A3A2D1C8C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9500062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908539"/>
            <a:ext cx="2057400" cy="3686084"/>
          </a:xfrm>
        </p:spPr>
        <p:txBody>
          <a:bodyPr vert="eaVert"/>
          <a:lstStyle>
            <a:lvl1pPr>
              <a:defRPr b="1">
                <a:solidFill>
                  <a:srgbClr val="45545F"/>
                </a:solidFill>
                <a:latin typeface="+mn-lt"/>
              </a:defRPr>
            </a:lvl1pPr>
          </a:lstStyle>
          <a:p>
            <a:r>
              <a:rPr lang="en-US" dirty="0"/>
              <a:t>Click to add title</a:t>
            </a:r>
          </a:p>
        </p:txBody>
      </p:sp>
      <p:sp>
        <p:nvSpPr>
          <p:cNvPr id="3" name="Vertical Text Placeholder 2"/>
          <p:cNvSpPr>
            <a:spLocks noGrp="1"/>
          </p:cNvSpPr>
          <p:nvPr>
            <p:ph type="body" orient="vert" idx="1"/>
          </p:nvPr>
        </p:nvSpPr>
        <p:spPr>
          <a:xfrm>
            <a:off x="457200" y="908539"/>
            <a:ext cx="6019800" cy="3686084"/>
          </a:xfrm>
        </p:spPr>
        <p:txBody>
          <a:bodyPr vert="eaVert"/>
          <a:lstStyle>
            <a:lvl1pPr>
              <a:defRPr>
                <a:solidFill>
                  <a:srgbClr val="45545F"/>
                </a:solidFill>
              </a:defRPr>
            </a:lvl1pPr>
            <a:lvl2pPr>
              <a:defRPr>
                <a:solidFill>
                  <a:srgbClr val="45545F"/>
                </a:solidFill>
              </a:defRPr>
            </a:lvl2pPr>
            <a:lvl3pPr>
              <a:defRPr>
                <a:solidFill>
                  <a:srgbClr val="45545F"/>
                </a:solidFill>
              </a:defRPr>
            </a:lvl3pPr>
          </a:lstStyle>
          <a:p>
            <a:pPr lvl="0"/>
            <a:r>
              <a:rPr lang="en-US"/>
              <a:t>Edit Master text styles</a:t>
            </a:r>
          </a:p>
          <a:p>
            <a:pPr lvl="1"/>
            <a:r>
              <a:rPr lang="en-US"/>
              <a:t>Second level</a:t>
            </a:r>
          </a:p>
          <a:p>
            <a:pPr lvl="2"/>
            <a:r>
              <a:rPr lang="en-US"/>
              <a:t>Third level</a:t>
            </a:r>
          </a:p>
        </p:txBody>
      </p:sp>
      <p:sp>
        <p:nvSpPr>
          <p:cNvPr id="4" name="Slide Number Placeholder 5">
            <a:extLst>
              <a:ext uri="{FF2B5EF4-FFF2-40B4-BE49-F238E27FC236}">
                <a16:creationId xmlns:a16="http://schemas.microsoft.com/office/drawing/2014/main" id="{43BDB5AB-F661-7543-882F-AF797D8A21C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5" name="Slide Number Placeholder 5">
            <a:extLst>
              <a:ext uri="{FF2B5EF4-FFF2-40B4-BE49-F238E27FC236}">
                <a16:creationId xmlns:a16="http://schemas.microsoft.com/office/drawing/2014/main" id="{A8B1C3BD-5CFC-B54B-B06A-247C2168BA59}"/>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9" name="Picture 8" descr="CompTIA_logo.wmf">
            <a:extLst>
              <a:ext uri="{FF2B5EF4-FFF2-40B4-BE49-F238E27FC236}">
                <a16:creationId xmlns:a16="http://schemas.microsoft.com/office/drawing/2014/main" id="{18730890-2F38-5A47-B746-C8A5D1CBF9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456192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Slide No Image or Icon">
    <p:spTree>
      <p:nvGrpSpPr>
        <p:cNvPr id="1" name=""/>
        <p:cNvGrpSpPr/>
        <p:nvPr/>
      </p:nvGrpSpPr>
      <p:grpSpPr>
        <a:xfrm>
          <a:off x="0" y="0"/>
          <a:ext cx="0" cy="0"/>
          <a:chOff x="0" y="0"/>
          <a:chExt cx="0" cy="0"/>
        </a:xfrm>
      </p:grpSpPr>
      <p:sp>
        <p:nvSpPr>
          <p:cNvPr id="9" name="Round Diagonal Corner Rectangle 8">
            <a:extLst>
              <a:ext uri="{FF2B5EF4-FFF2-40B4-BE49-F238E27FC236}">
                <a16:creationId xmlns:a16="http://schemas.microsoft.com/office/drawing/2014/main" id="{A6D98B26-BAB8-9248-A901-B3CA74DA7FAD}"/>
              </a:ext>
            </a:extLst>
          </p:cNvPr>
          <p:cNvSpPr/>
          <p:nvPr userDrawn="1"/>
        </p:nvSpPr>
        <p:spPr>
          <a:xfrm>
            <a:off x="408561" y="331611"/>
            <a:ext cx="8346333" cy="3443110"/>
          </a:xfrm>
          <a:prstGeom prst="round2DiagRect">
            <a:avLst>
              <a:gd name="adj1" fmla="val 0"/>
              <a:gd name="adj2" fmla="val 11792"/>
            </a:avLst>
          </a:prstGeom>
          <a:solidFill>
            <a:srgbClr val="0090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p:nvPr>
        </p:nvSpPr>
        <p:spPr>
          <a:xfrm>
            <a:off x="650366" y="1051278"/>
            <a:ext cx="7981244" cy="1100674"/>
          </a:xfrm>
        </p:spPr>
        <p:txBody>
          <a:bodyPr lIns="0" rIns="0" anchor="b">
            <a:noAutofit/>
          </a:bodyPr>
          <a:lstStyle>
            <a:lvl1pPr algn="l">
              <a:defRPr sz="3600" b="1">
                <a:solidFill>
                  <a:srgbClr val="FFFFFF"/>
                </a:solidFill>
                <a:latin typeface="+mn-lt"/>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p:nvPr>
        </p:nvSpPr>
        <p:spPr>
          <a:xfrm>
            <a:off x="650366" y="2159007"/>
            <a:ext cx="6207634" cy="489656"/>
          </a:xfrm>
        </p:spPr>
        <p:txBody>
          <a:bodyPr lIns="0" rIns="0">
            <a:noAutofit/>
          </a:bodyPr>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5" name="Picture 14" descr="CompTIA_logo.wmf">
            <a:extLst>
              <a:ext uri="{FF2B5EF4-FFF2-40B4-BE49-F238E27FC236}">
                <a16:creationId xmlns:a16="http://schemas.microsoft.com/office/drawing/2014/main" id="{859BC51B-7E40-1041-A8C3-D54CE59B1C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697111" y="4369323"/>
            <a:ext cx="1684782" cy="360426"/>
          </a:xfrm>
          <a:prstGeom prst="rect">
            <a:avLst/>
          </a:prstGeom>
        </p:spPr>
      </p:pic>
    </p:spTree>
    <p:extLst>
      <p:ext uri="{BB962C8B-B14F-4D97-AF65-F5344CB8AC3E}">
        <p14:creationId xmlns:p14="http://schemas.microsoft.com/office/powerpoint/2010/main" val="34712208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lossary Term Definition with Corner Fill">
    <p:spTree>
      <p:nvGrpSpPr>
        <p:cNvPr id="1" name=""/>
        <p:cNvGrpSpPr/>
        <p:nvPr/>
      </p:nvGrpSpPr>
      <p:grpSpPr>
        <a:xfrm>
          <a:off x="0" y="0"/>
          <a:ext cx="0" cy="0"/>
          <a:chOff x="0" y="0"/>
          <a:chExt cx="0" cy="0"/>
        </a:xfrm>
      </p:grpSpPr>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752600" y="944984"/>
            <a:ext cx="6934200" cy="571500"/>
          </a:xfrm>
        </p:spPr>
        <p:txBody>
          <a:bodyPr/>
          <a:lstStyle>
            <a:lvl1pPr marL="0" indent="0" algn="l" defTabSz="342900" rtl="0" eaLnBrk="1" latinLnBrk="0" hangingPunct="1">
              <a:spcBef>
                <a:spcPct val="20000"/>
              </a:spcBef>
              <a:buClr>
                <a:schemeClr val="accent1"/>
              </a:buClr>
              <a:buFont typeface="Arial"/>
              <a:buNone/>
              <a:defRPr lang="en-US" sz="1800" kern="1200" dirty="0" smtClean="0">
                <a:solidFill>
                  <a:srgbClr val="ED1C24"/>
                </a:solidFill>
                <a:latin typeface="+mn-lt"/>
                <a:ea typeface="+mn-ea"/>
                <a:cs typeface="+mn-cs"/>
              </a:defRPr>
            </a:lvl1pPr>
            <a:lvl2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2pPr>
            <a:lvl3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3pPr>
            <a:lvl4pPr marL="0" indent="0" algn="l" defTabSz="342900" rtl="0" eaLnBrk="1" latinLnBrk="0" hangingPunct="1">
              <a:spcBef>
                <a:spcPct val="20000"/>
              </a:spcBef>
              <a:buClr>
                <a:schemeClr val="accent1"/>
              </a:buClr>
              <a:buFont typeface="Arial"/>
              <a:buNone/>
              <a:defRPr lang="en-US" sz="1350" kern="1200" dirty="0" smtClean="0">
                <a:solidFill>
                  <a:srgbClr val="0070C0"/>
                </a:solidFill>
                <a:latin typeface="+mn-lt"/>
                <a:ea typeface="+mn-ea"/>
                <a:cs typeface="+mn-cs"/>
              </a:defRPr>
            </a:lvl4pPr>
            <a:lvl5pPr marL="0" indent="0" algn="l" defTabSz="342900" rtl="0" eaLnBrk="1" latinLnBrk="0" hangingPunct="1">
              <a:spcBef>
                <a:spcPct val="20000"/>
              </a:spcBef>
              <a:buClr>
                <a:schemeClr val="accent1"/>
              </a:buClr>
              <a:buFont typeface="Arial"/>
              <a:buNone/>
              <a:defRPr lang="en-US" sz="1350" kern="1200" dirty="0">
                <a:solidFill>
                  <a:srgbClr val="0070C0"/>
                </a:solidFill>
                <a:latin typeface="+mn-lt"/>
                <a:ea typeface="+mn-ea"/>
                <a:cs typeface="+mn-cs"/>
              </a:defRPr>
            </a:lvl5pPr>
          </a:lstStyle>
          <a:p>
            <a:pPr lvl="0"/>
            <a:r>
              <a:rPr lang="en-US" dirty="0"/>
              <a:t>Term: definition. (Format “term” in bold.)</a:t>
            </a:r>
          </a:p>
        </p:txBody>
      </p:sp>
      <p:sp>
        <p:nvSpPr>
          <p:cNvPr id="11" name="Slide Number Placeholder 5">
            <a:extLst>
              <a:ext uri="{FF2B5EF4-FFF2-40B4-BE49-F238E27FC236}">
                <a16:creationId xmlns:a16="http://schemas.microsoft.com/office/drawing/2014/main" id="{BBD1DE29-ADE7-384D-809A-A52F9DD45FFD}"/>
              </a:ext>
            </a:extLst>
          </p:cNvPr>
          <p:cNvSpPr txBox="1">
            <a:spLocks/>
          </p:cNvSpPr>
          <p:nvPr userDrawn="1"/>
        </p:nvSpPr>
        <p:spPr>
          <a:xfrm>
            <a:off x="81975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14" name="Slide Number Placeholder 5">
            <a:extLst>
              <a:ext uri="{FF2B5EF4-FFF2-40B4-BE49-F238E27FC236}">
                <a16:creationId xmlns:a16="http://schemas.microsoft.com/office/drawing/2014/main" id="{2E180A83-A907-544F-B0AF-DAD9FC2DF73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16" name="Text Placeholder 2">
            <a:extLst>
              <a:ext uri="{FF2B5EF4-FFF2-40B4-BE49-F238E27FC236}">
                <a16:creationId xmlns:a16="http://schemas.microsoft.com/office/drawing/2014/main" id="{8B707612-480C-B144-82D3-40F98F576EEF}"/>
              </a:ext>
            </a:extLst>
          </p:cNvPr>
          <p:cNvSpPr>
            <a:spLocks noGrp="1"/>
          </p:cNvSpPr>
          <p:nvPr>
            <p:ph idx="1" hasCustomPrompt="1"/>
          </p:nvPr>
        </p:nvSpPr>
        <p:spPr>
          <a:xfrm>
            <a:off x="341924" y="1696453"/>
            <a:ext cx="8460152" cy="2985451"/>
          </a:xfrm>
          <a:prstGeom prst="rect">
            <a:avLst/>
          </a:prstGeom>
        </p:spPr>
        <p:txBody>
          <a:bodyPr vert="horz" lIns="91440" tIns="45720" rIns="91440" bIns="45720" rtlCol="0">
            <a:noAutofit/>
          </a:bodyPr>
          <a:lstStyle/>
          <a:p>
            <a:pPr lvl="0"/>
            <a:r>
              <a:rPr lang="en-US" dirty="0"/>
              <a:t>Click to edit Master text styles</a:t>
            </a:r>
          </a:p>
          <a:p>
            <a:pPr lvl="0"/>
            <a:r>
              <a:rPr lang="en-US" dirty="0"/>
              <a:t>Second level</a:t>
            </a:r>
          </a:p>
          <a:p>
            <a:pPr lvl="0"/>
            <a:r>
              <a:rPr lang="en-US" dirty="0"/>
              <a:t>Third level</a:t>
            </a:r>
          </a:p>
        </p:txBody>
      </p:sp>
      <p:pic>
        <p:nvPicPr>
          <p:cNvPr id="20" name="Picture 19" descr="CompTIA_logo.wmf">
            <a:extLst>
              <a:ext uri="{FF2B5EF4-FFF2-40B4-BE49-F238E27FC236}">
                <a16:creationId xmlns:a16="http://schemas.microsoft.com/office/drawing/2014/main" id="{31E12641-FDB9-264E-B844-D1FF43FEA4D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22" name="Picture 100" descr="book">
            <a:extLst>
              <a:ext uri="{FF2B5EF4-FFF2-40B4-BE49-F238E27FC236}">
                <a16:creationId xmlns:a16="http://schemas.microsoft.com/office/drawing/2014/main" id="{29E8A41D-6CE0-CC41-8C86-34EFB1EAFD7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28851" y="782499"/>
            <a:ext cx="911191" cy="79729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12C9C1D8-EBAB-9044-B613-CB1F1A3C1F30}"/>
              </a:ext>
            </a:extLst>
          </p:cNvPr>
          <p:cNvPicPr>
            <a:picLocks noChangeAspect="1"/>
          </p:cNvPicPr>
          <p:nvPr userDrawn="1"/>
        </p:nvPicPr>
        <p:blipFill>
          <a:blip r:embed="rId4"/>
          <a:stretch>
            <a:fillRect/>
          </a:stretch>
        </p:blipFill>
        <p:spPr>
          <a:xfrm>
            <a:off x="6938442" y="3143794"/>
            <a:ext cx="2205558" cy="1999706"/>
          </a:xfrm>
          <a:prstGeom prst="rect">
            <a:avLst/>
          </a:prstGeom>
        </p:spPr>
      </p:pic>
    </p:spTree>
    <p:extLst>
      <p:ext uri="{BB962C8B-B14F-4D97-AF65-F5344CB8AC3E}">
        <p14:creationId xmlns:p14="http://schemas.microsoft.com/office/powerpoint/2010/main" val="35514902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Hands-On Activity">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62593A58-0959-CB4D-8C6B-BF10FB4E9B2C}"/>
              </a:ext>
            </a:extLst>
          </p:cNvPr>
          <p:cNvSpPr>
            <a:spLocks noGrp="1"/>
          </p:cNvSpPr>
          <p:nvPr>
            <p:ph idx="1" hasCustomPrompt="1"/>
          </p:nvPr>
        </p:nvSpPr>
        <p:spPr>
          <a:xfrm>
            <a:off x="341924" y="980348"/>
            <a:ext cx="8460152" cy="3701556"/>
          </a:xfrm>
          <a:prstGeom prst="rect">
            <a:avLst/>
          </a:prstGeom>
        </p:spPr>
        <p:txBody>
          <a:bodyPr vert="horz" lIns="91440" tIns="45720" rIns="91440" bIns="45720" rtlCol="0">
            <a:noAutofit/>
          </a:bodyPr>
          <a:lstStyle>
            <a:lvl1pPr>
              <a:defRPr>
                <a:solidFill>
                  <a:srgbClr val="45545F"/>
                </a:solidFill>
              </a:defRPr>
            </a:lvl1pPr>
          </a:lstStyle>
          <a:p>
            <a:pPr lvl="0"/>
            <a:r>
              <a:rPr lang="en-US" dirty="0"/>
              <a:t>Click to edit Master text styles</a:t>
            </a:r>
          </a:p>
          <a:p>
            <a:pPr lvl="0"/>
            <a:r>
              <a:rPr lang="en-US" dirty="0"/>
              <a:t>Second level</a:t>
            </a:r>
          </a:p>
          <a:p>
            <a:pPr lvl="0"/>
            <a:r>
              <a:rPr lang="en-US" dirty="0"/>
              <a:t>Third level</a:t>
            </a:r>
          </a:p>
        </p:txBody>
      </p:sp>
      <p:pic>
        <p:nvPicPr>
          <p:cNvPr id="4" name="Picture 3">
            <a:extLst>
              <a:ext uri="{FF2B5EF4-FFF2-40B4-BE49-F238E27FC236}">
                <a16:creationId xmlns:a16="http://schemas.microsoft.com/office/drawing/2014/main" id="{67C22BF4-CE2A-B54A-B1D6-2812AD7BCBD9}"/>
              </a:ext>
            </a:extLst>
          </p:cNvPr>
          <p:cNvPicPr>
            <a:picLocks noChangeAspect="1"/>
          </p:cNvPicPr>
          <p:nvPr userDrawn="1"/>
        </p:nvPicPr>
        <p:blipFill>
          <a:blip r:embed="rId2"/>
          <a:stretch>
            <a:fillRect/>
          </a:stretch>
        </p:blipFill>
        <p:spPr>
          <a:xfrm>
            <a:off x="7215509" y="3683725"/>
            <a:ext cx="1605177" cy="998219"/>
          </a:xfrm>
          <a:prstGeom prst="rect">
            <a:avLst/>
          </a:prstGeom>
        </p:spPr>
      </p:pic>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Activity title</a:t>
            </a:r>
          </a:p>
        </p:txBody>
      </p:sp>
      <p:sp>
        <p:nvSpPr>
          <p:cNvPr id="5" name="Slide Number Placeholder 5">
            <a:extLst>
              <a:ext uri="{FF2B5EF4-FFF2-40B4-BE49-F238E27FC236}">
                <a16:creationId xmlns:a16="http://schemas.microsoft.com/office/drawing/2014/main" id="{15727794-1D8F-EE4B-86CA-492FD31C8844}"/>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02E05C79-1716-3D41-94C9-03C7F4E93A4D}"/>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5" name="Picture 14" descr="CompTIA_logo.wmf">
            <a:extLst>
              <a:ext uri="{FF2B5EF4-FFF2-40B4-BE49-F238E27FC236}">
                <a16:creationId xmlns:a16="http://schemas.microsoft.com/office/drawing/2014/main" id="{7C6D3784-9980-4349-B5E5-5AAE6F7E51C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2969727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Minds-On Activity">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126EC4-13CC-5047-ACF1-7FCEABFB0D5E}"/>
              </a:ext>
            </a:extLst>
          </p:cNvPr>
          <p:cNvSpPr>
            <a:spLocks noGrp="1"/>
          </p:cNvSpPr>
          <p:nvPr>
            <p:ph idx="1" hasCustomPrompt="1"/>
          </p:nvPr>
        </p:nvSpPr>
        <p:spPr>
          <a:xfrm>
            <a:off x="341924" y="980348"/>
            <a:ext cx="8460152" cy="3701556"/>
          </a:xfrm>
          <a:prstGeom prst="rect">
            <a:avLst/>
          </a:prstGeom>
        </p:spPr>
        <p:txBody>
          <a:bodyPr vert="horz" lIns="91440" tIns="45720" rIns="91440" bIns="45720" rtlCol="0">
            <a:noAutofit/>
          </a:bodyPr>
          <a:lstStyle>
            <a:lvl1pPr>
              <a:defRPr>
                <a:solidFill>
                  <a:srgbClr val="45545F"/>
                </a:solidFill>
              </a:defRPr>
            </a:lvl1pPr>
          </a:lstStyle>
          <a:p>
            <a:pPr lvl="0"/>
            <a:r>
              <a:rPr lang="en-US" dirty="0"/>
              <a:t>Click to edit Master text styles</a:t>
            </a:r>
          </a:p>
          <a:p>
            <a:pPr lvl="0"/>
            <a:r>
              <a:rPr lang="en-US" dirty="0"/>
              <a:t>Second level</a:t>
            </a:r>
          </a:p>
          <a:p>
            <a:pPr lvl="0"/>
            <a:r>
              <a:rPr lang="en-US" dirty="0"/>
              <a:t>Third level</a:t>
            </a:r>
          </a:p>
        </p:txBody>
      </p:sp>
      <p:sp>
        <p:nvSpPr>
          <p:cNvPr id="8" name="Title Placeholder 1"/>
          <p:cNvSpPr>
            <a:spLocks noGrp="1"/>
          </p:cNvSpPr>
          <p:nvPr>
            <p:ph type="title" hasCustomPrompt="1"/>
          </p:nvPr>
        </p:nvSpPr>
        <p:spPr>
          <a:xfrm>
            <a:off x="341925" y="75202"/>
            <a:ext cx="7883768" cy="633458"/>
          </a:xfrm>
          <a:prstGeom prst="rect">
            <a:avLst/>
          </a:prstGeom>
        </p:spPr>
        <p:txBody>
          <a:bodyPr vert="horz" lIns="91440" tIns="45720" rIns="91440" bIns="45720" rtlCol="0" anchor="ctr">
            <a:noAutofit/>
          </a:bodyPr>
          <a:lstStyle>
            <a:lvl1pPr>
              <a:defRPr b="1">
                <a:latin typeface="+mn-lt"/>
              </a:defRPr>
            </a:lvl1pPr>
          </a:lstStyle>
          <a:p>
            <a:r>
              <a:rPr lang="en-US" dirty="0"/>
              <a:t>Click to add Activity title</a:t>
            </a:r>
          </a:p>
        </p:txBody>
      </p:sp>
      <p:sp>
        <p:nvSpPr>
          <p:cNvPr id="5" name="Slide Number Placeholder 5">
            <a:extLst>
              <a:ext uri="{FF2B5EF4-FFF2-40B4-BE49-F238E27FC236}">
                <a16:creationId xmlns:a16="http://schemas.microsoft.com/office/drawing/2014/main" id="{73732324-F386-A84B-A341-691AB7D65C3E}"/>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sp>
        <p:nvSpPr>
          <p:cNvPr id="9" name="Slide Number Placeholder 5">
            <a:extLst>
              <a:ext uri="{FF2B5EF4-FFF2-40B4-BE49-F238E27FC236}">
                <a16:creationId xmlns:a16="http://schemas.microsoft.com/office/drawing/2014/main" id="{2F9B869A-1F05-B84C-AA9E-6A7FD25F6D9A}"/>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pic>
        <p:nvPicPr>
          <p:cNvPr id="15" name="Picture 14" descr="CompTIA_logo.wmf">
            <a:extLst>
              <a:ext uri="{FF2B5EF4-FFF2-40B4-BE49-F238E27FC236}">
                <a16:creationId xmlns:a16="http://schemas.microsoft.com/office/drawing/2014/main" id="{B09C0D39-5E61-CE45-8FB8-F99FF19461E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pic>
        <p:nvPicPr>
          <p:cNvPr id="4" name="Picture 3">
            <a:extLst>
              <a:ext uri="{FF2B5EF4-FFF2-40B4-BE49-F238E27FC236}">
                <a16:creationId xmlns:a16="http://schemas.microsoft.com/office/drawing/2014/main" id="{954BC7E9-A100-5141-83FC-F271A0DDAEB8}"/>
              </a:ext>
            </a:extLst>
          </p:cNvPr>
          <p:cNvPicPr>
            <a:picLocks noChangeAspect="1"/>
          </p:cNvPicPr>
          <p:nvPr userDrawn="1"/>
        </p:nvPicPr>
        <p:blipFill>
          <a:blip r:embed="rId3"/>
          <a:stretch>
            <a:fillRect/>
          </a:stretch>
        </p:blipFill>
        <p:spPr>
          <a:xfrm>
            <a:off x="6853645" y="3619663"/>
            <a:ext cx="1959429" cy="1073318"/>
          </a:xfrm>
          <a:prstGeom prst="rect">
            <a:avLst/>
          </a:prstGeom>
        </p:spPr>
      </p:pic>
    </p:spTree>
    <p:extLst>
      <p:ext uri="{BB962C8B-B14F-4D97-AF65-F5344CB8AC3E}">
        <p14:creationId xmlns:p14="http://schemas.microsoft.com/office/powerpoint/2010/main" val="37643109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atin typeface="+mn-lt"/>
              </a:defRPr>
            </a:lvl1pPr>
          </a:lstStyle>
          <a:p>
            <a:r>
              <a:rPr lang="en-US"/>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800">
                <a:solidFill>
                  <a:srgbClr val="45545F"/>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Slide Number Placeholder 5">
            <a:extLst>
              <a:ext uri="{FF2B5EF4-FFF2-40B4-BE49-F238E27FC236}">
                <a16:creationId xmlns:a16="http://schemas.microsoft.com/office/drawing/2014/main" id="{0E3403EC-28B3-2848-96B2-0EB19ACC0D43}"/>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5" name="Slide Number Placeholder 5">
            <a:extLst>
              <a:ext uri="{FF2B5EF4-FFF2-40B4-BE49-F238E27FC236}">
                <a16:creationId xmlns:a16="http://schemas.microsoft.com/office/drawing/2014/main" id="{7D192D95-7954-EB43-B134-73EFED82A978}"/>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9" name="Picture 8" descr="CompTIA_logo.wmf">
            <a:extLst>
              <a:ext uri="{FF2B5EF4-FFF2-40B4-BE49-F238E27FC236}">
                <a16:creationId xmlns:a16="http://schemas.microsoft.com/office/drawing/2014/main" id="{58B37B13-2D80-ED4F-AA57-92F8720DF4E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15769779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a:latin typeface="+mn-lt"/>
              </a:defRPr>
            </a:lvl1pPr>
          </a:lstStyle>
          <a:p>
            <a:r>
              <a:rPr lang="en-US" dirty="0"/>
              <a:t>Click to add title</a:t>
            </a:r>
          </a:p>
        </p:txBody>
      </p:sp>
      <p:sp>
        <p:nvSpPr>
          <p:cNvPr id="3" name="Text Placeholder 2"/>
          <p:cNvSpPr>
            <a:spLocks noGrp="1"/>
          </p:cNvSpPr>
          <p:nvPr>
            <p:ph type="body" idx="1"/>
          </p:nvPr>
        </p:nvSpPr>
        <p:spPr>
          <a:xfrm>
            <a:off x="457200" y="1151335"/>
            <a:ext cx="4040188" cy="479822"/>
          </a:xfrm>
        </p:spPr>
        <p:txBody>
          <a:bodyPr anchor="b">
            <a:noAutofit/>
          </a:bodyPr>
          <a:lstStyle>
            <a:lvl1pPr marL="0" indent="0" algn="l">
              <a:buNone/>
              <a:defRPr sz="1800" b="1">
                <a:solidFill>
                  <a:srgbClr val="45545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645028" y="1151335"/>
            <a:ext cx="4041775" cy="479822"/>
          </a:xfrm>
        </p:spPr>
        <p:txBody>
          <a:bodyPr anchor="b">
            <a:noAutofit/>
          </a:bodyPr>
          <a:lstStyle>
            <a:lvl1pPr marL="0" indent="0">
              <a:buNone/>
              <a:defRPr sz="1800" b="1">
                <a:solidFill>
                  <a:srgbClr val="45545F"/>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45028" y="1631156"/>
            <a:ext cx="4041775" cy="2963466"/>
          </a:xfrm>
        </p:spPr>
        <p:txBody>
          <a:bodyPr>
            <a:noAutofit/>
          </a:bodyPr>
          <a:lstStyle>
            <a:lvl1pPr>
              <a:defRPr sz="1800">
                <a:solidFill>
                  <a:srgbClr val="45545F"/>
                </a:solidFill>
              </a:defRPr>
            </a:lvl1pPr>
            <a:lvl2pPr>
              <a:defRPr sz="1600">
                <a:solidFill>
                  <a:srgbClr val="45545F"/>
                </a:solidFill>
              </a:defRPr>
            </a:lvl2pPr>
            <a:lvl3pPr>
              <a:defRPr sz="1400">
                <a:solidFill>
                  <a:srgbClr val="45545F"/>
                </a:solidFill>
              </a:defRPr>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p:txBody>
      </p:sp>
      <p:sp>
        <p:nvSpPr>
          <p:cNvPr id="7" name="Slide Number Placeholder 5">
            <a:extLst>
              <a:ext uri="{FF2B5EF4-FFF2-40B4-BE49-F238E27FC236}">
                <a16:creationId xmlns:a16="http://schemas.microsoft.com/office/drawing/2014/main" id="{465A5C3B-129C-D748-B860-AFF7226C86E0}"/>
              </a:ext>
            </a:extLst>
          </p:cNvPr>
          <p:cNvSpPr>
            <a:spLocks noGrp="1"/>
          </p:cNvSpPr>
          <p:nvPr>
            <p:ph type="sldNum" sz="quarter" idx="10"/>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8" name="Slide Number Placeholder 5">
            <a:extLst>
              <a:ext uri="{FF2B5EF4-FFF2-40B4-BE49-F238E27FC236}">
                <a16:creationId xmlns:a16="http://schemas.microsoft.com/office/drawing/2014/main" id="{F1D68FB8-E621-1848-9493-C38F1D7EBE28}"/>
              </a:ext>
            </a:extLst>
          </p:cNvPr>
          <p:cNvSpPr txBox="1">
            <a:spLocks/>
          </p:cNvSpPr>
          <p:nvPr/>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2" name="Picture 11" descr="CompTIA_logo.wmf">
            <a:extLst>
              <a:ext uri="{FF2B5EF4-FFF2-40B4-BE49-F238E27FC236}">
                <a16:creationId xmlns:a16="http://schemas.microsoft.com/office/drawing/2014/main" id="{9E0A0277-6F7D-464A-B7AB-99B78E17BCE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8984460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717679"/>
            <a:ext cx="5486400" cy="425054"/>
          </a:xfrm>
        </p:spPr>
        <p:txBody>
          <a:bodyPr anchor="b"/>
          <a:lstStyle>
            <a:lvl1pPr algn="l">
              <a:defRPr sz="1800" b="1">
                <a:latin typeface="+mn-lt"/>
              </a:defRPr>
            </a:lvl1pPr>
          </a:lstStyle>
          <a:p>
            <a:r>
              <a:rPr lang="en-US"/>
              <a:t>Click to edit Master title style</a:t>
            </a:r>
            <a:endParaRPr lang="en-US" dirty="0"/>
          </a:p>
        </p:txBody>
      </p:sp>
      <p:sp>
        <p:nvSpPr>
          <p:cNvPr id="3" name="Picture Placeholder 2"/>
          <p:cNvSpPr>
            <a:spLocks noGrp="1"/>
          </p:cNvSpPr>
          <p:nvPr>
            <p:ph type="pic" idx="1"/>
          </p:nvPr>
        </p:nvSpPr>
        <p:spPr>
          <a:xfrm>
            <a:off x="1792288" y="835270"/>
            <a:ext cx="5486400" cy="2827640"/>
          </a:xfrm>
        </p:spPr>
        <p:txBody>
          <a:bodyPr>
            <a:noAutofit/>
          </a:bodyPr>
          <a:lstStyle>
            <a:lvl1pPr marL="0" indent="0">
              <a:buNone/>
              <a:defRPr sz="1800">
                <a:solidFill>
                  <a:srgbClr val="45545F"/>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792288" y="4142732"/>
            <a:ext cx="5486400" cy="603647"/>
          </a:xfrm>
        </p:spPr>
        <p:txBody>
          <a:bodyPr/>
          <a:lstStyle>
            <a:lvl1pPr marL="0" indent="0">
              <a:buNone/>
              <a:defRPr sz="1800">
                <a:solidFill>
                  <a:srgbClr val="45545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Slide Number Placeholder 5">
            <a:extLst>
              <a:ext uri="{FF2B5EF4-FFF2-40B4-BE49-F238E27FC236}">
                <a16:creationId xmlns:a16="http://schemas.microsoft.com/office/drawing/2014/main" id="{A43D6327-F44D-AF41-80D9-C8F881FE6F26}"/>
              </a:ext>
            </a:extLst>
          </p:cNvPr>
          <p:cNvSpPr>
            <a:spLocks noGrp="1"/>
          </p:cNvSpPr>
          <p:nvPr>
            <p:ph type="sldNum" sz="quarter" idx="4"/>
          </p:nvPr>
        </p:nvSpPr>
        <p:spPr>
          <a:xfrm>
            <a:off x="8577266" y="4880009"/>
            <a:ext cx="261937" cy="205383"/>
          </a:xfrm>
          <a:prstGeom prst="rect">
            <a:avLst/>
          </a:prstGeom>
        </p:spPr>
        <p:txBody>
          <a:bodyPr vert="horz" lIns="91440" tIns="45720" rIns="0" bIns="45720" rtlCol="0" anchor="ctr"/>
          <a:lstStyle>
            <a:lvl1pPr algn="r">
              <a:defRPr sz="675">
                <a:solidFill>
                  <a:srgbClr val="69727B"/>
                </a:solidFill>
              </a:defRPr>
            </a:lvl1pPr>
          </a:lstStyle>
          <a:p>
            <a:fld id="{2066355A-084C-D24E-9AD2-7E4FC41EA627}" type="slidenum">
              <a:rPr lang="en-US" smtClean="0"/>
              <a:pPr/>
              <a:t>‹#›</a:t>
            </a:fld>
            <a:endParaRPr lang="en-US" dirty="0"/>
          </a:p>
        </p:txBody>
      </p:sp>
      <p:sp>
        <p:nvSpPr>
          <p:cNvPr id="6" name="Slide Number Placeholder 5">
            <a:extLst>
              <a:ext uri="{FF2B5EF4-FFF2-40B4-BE49-F238E27FC236}">
                <a16:creationId xmlns:a16="http://schemas.microsoft.com/office/drawing/2014/main" id="{1AF11E4D-3647-2042-8AA9-4ADEF03A889D}"/>
              </a:ext>
            </a:extLst>
          </p:cNvPr>
          <p:cNvSpPr txBox="1">
            <a:spLocks/>
          </p:cNvSpPr>
          <p:nvPr userDrawn="1"/>
        </p:nvSpPr>
        <p:spPr>
          <a:xfrm>
            <a:off x="3543702" y="4880968"/>
            <a:ext cx="4999948" cy="205383"/>
          </a:xfrm>
          <a:prstGeom prst="rect">
            <a:avLst/>
          </a:prstGeom>
        </p:spPr>
        <p:txBody>
          <a:bodyPr vert="horz" lIns="0" tIns="34290" rIns="0" bIns="34290" rtlCol="0" anchor="ctr">
            <a:noAutofit/>
          </a:bodyPr>
          <a:lstStyle>
            <a:defPPr>
              <a:defRPr lang="en-US"/>
            </a:defPPr>
            <a:lvl1pPr marL="0" algn="r" defTabSz="457200" rtl="0" eaLnBrk="1" latinLnBrk="0" hangingPunct="1">
              <a:defRPr sz="1050" kern="1200">
                <a:solidFill>
                  <a:srgbClr val="69727B"/>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tabLst/>
            </a:pPr>
            <a:r>
              <a:rPr lang="en-US" sz="675" dirty="0"/>
              <a:t>Copyright (c) 2019 CompTIA Properties, LLC. All Rights Reserved.  |  CompTIA.org</a:t>
            </a:r>
          </a:p>
        </p:txBody>
      </p:sp>
      <p:pic>
        <p:nvPicPr>
          <p:cNvPr id="10" name="Picture 9" descr="CompTIA_logo.wmf">
            <a:extLst>
              <a:ext uri="{FF2B5EF4-FFF2-40B4-BE49-F238E27FC236}">
                <a16:creationId xmlns:a16="http://schemas.microsoft.com/office/drawing/2014/main" id="{864C3DE1-22DC-4B48-9954-09A38AB51E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43301" y="4940322"/>
            <a:ext cx="612648" cy="131064"/>
          </a:xfrm>
          <a:prstGeom prst="rect">
            <a:avLst/>
          </a:prstGeom>
        </p:spPr>
      </p:pic>
    </p:spTree>
    <p:extLst>
      <p:ext uri="{BB962C8B-B14F-4D97-AF65-F5344CB8AC3E}">
        <p14:creationId xmlns:p14="http://schemas.microsoft.com/office/powerpoint/2010/main" val="387837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927" y="75202"/>
            <a:ext cx="8455567" cy="633458"/>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41924" y="980348"/>
            <a:ext cx="8460152" cy="3701556"/>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92642175"/>
      </p:ext>
    </p:extLst>
  </p:cSld>
  <p:clrMap bg1="lt1" tx1="dk1" bg2="lt2" tx2="dk2" accent1="accent1" accent2="accent2" accent3="accent3" accent4="accent4" accent5="accent5" accent6="accent6" hlink="hlink" folHlink="folHlink"/>
  <p:sldLayoutIdLst>
    <p:sldLayoutId id="2147483868" r:id="rId1"/>
    <p:sldLayoutId id="2147483869" r:id="rId2"/>
    <p:sldLayoutId id="2147483870" r:id="rId3"/>
    <p:sldLayoutId id="2147483871" r:id="rId4"/>
    <p:sldLayoutId id="2147483872" r:id="rId5"/>
    <p:sldLayoutId id="2147483873" r:id="rId6"/>
    <p:sldLayoutId id="2147483874" r:id="rId7"/>
    <p:sldLayoutId id="2147483875" r:id="rId8"/>
    <p:sldLayoutId id="2147483876" r:id="rId9"/>
    <p:sldLayoutId id="2147483877" r:id="rId10"/>
    <p:sldLayoutId id="2147483878" r:id="rId11"/>
    <p:sldLayoutId id="2147483879" r:id="rId12"/>
    <p:sldLayoutId id="2147483880" r:id="rId13"/>
    <p:sldLayoutId id="2147483881" r:id="rId14"/>
    <p:sldLayoutId id="2147483882" r:id="rId15"/>
    <p:sldLayoutId id="2147483883" r:id="rId16"/>
    <p:sldLayoutId id="2147483884" r:id="rId17"/>
    <p:sldLayoutId id="2147483885" r:id="rId18"/>
    <p:sldLayoutId id="2147483886" r:id="rId19"/>
    <p:sldLayoutId id="2147483887" r:id="rId20"/>
    <p:sldLayoutId id="2147483888" r:id="rId21"/>
    <p:sldLayoutId id="2147483889" r:id="rId22"/>
    <p:sldLayoutId id="2147483890" r:id="rId23"/>
    <p:sldLayoutId id="2147483891" r:id="rId24"/>
    <p:sldLayoutId id="2147483892" r:id="rId25"/>
    <p:sldLayoutId id="2147483893" r:id="rId26"/>
    <p:sldLayoutId id="2147483894" r:id="rId27"/>
    <p:sldLayoutId id="2147483895" r:id="rId28"/>
  </p:sldLayoutIdLst>
  <p:hf hdr="0" ftr="0" dt="0"/>
  <p:txStyles>
    <p:titleStyle>
      <a:lvl1pPr algn="l" defTabSz="342900" rtl="0" eaLnBrk="1" latinLnBrk="0" hangingPunct="1">
        <a:spcBef>
          <a:spcPct val="0"/>
        </a:spcBef>
        <a:buNone/>
        <a:defRPr lang="en-US" sz="2400" b="1" kern="1200" dirty="0">
          <a:solidFill>
            <a:srgbClr val="ED1C24"/>
          </a:solidFill>
          <a:latin typeface="+mn-lt"/>
          <a:ea typeface="+mj-ea"/>
          <a:cs typeface="Open Sans SemiBold" panose="020B0706030804020204" pitchFamily="34" charset="0"/>
        </a:defRPr>
      </a:lvl1pPr>
    </p:titleStyle>
    <p:bodyStyle>
      <a:lvl1pPr marL="257175" indent="-257175" algn="l" defTabSz="342900" rtl="0" eaLnBrk="1" latinLnBrk="0" hangingPunct="1">
        <a:spcBef>
          <a:spcPct val="20000"/>
        </a:spcBef>
        <a:buClr>
          <a:srgbClr val="ED1C24"/>
        </a:buClr>
        <a:buFont typeface="Arial"/>
        <a:buChar char="•"/>
        <a:defRPr sz="1800" kern="1200">
          <a:solidFill>
            <a:srgbClr val="45545F"/>
          </a:solidFill>
          <a:latin typeface="+mn-lt"/>
          <a:ea typeface="+mn-ea"/>
          <a:cs typeface="+mn-cs"/>
        </a:defRPr>
      </a:lvl1pPr>
      <a:lvl2pPr marL="557213" indent="-214313" algn="l" defTabSz="342900" rtl="0" eaLnBrk="1" latinLnBrk="0" hangingPunct="1">
        <a:spcBef>
          <a:spcPct val="20000"/>
        </a:spcBef>
        <a:buClr>
          <a:srgbClr val="ED1C24"/>
        </a:buClr>
        <a:buFont typeface="Arial"/>
        <a:buChar char="•"/>
        <a:defRPr sz="1600" kern="1200">
          <a:solidFill>
            <a:srgbClr val="45545F"/>
          </a:solidFill>
          <a:latin typeface="+mn-lt"/>
          <a:ea typeface="+mn-ea"/>
          <a:cs typeface="+mn-cs"/>
        </a:defRPr>
      </a:lvl2pPr>
      <a:lvl3pPr marL="857250" indent="-171450" algn="l" defTabSz="342900" rtl="0" eaLnBrk="1" latinLnBrk="0" hangingPunct="1">
        <a:spcBef>
          <a:spcPct val="20000"/>
        </a:spcBef>
        <a:buClr>
          <a:srgbClr val="ED1C24"/>
        </a:buClr>
        <a:buFont typeface="Arial"/>
        <a:buChar char="•"/>
        <a:defRPr sz="1400" kern="1200">
          <a:solidFill>
            <a:srgbClr val="45545F"/>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56E6-6417-3447-82E5-6D8AA1C7D089}"/>
              </a:ext>
            </a:extLst>
          </p:cNvPr>
          <p:cNvSpPr>
            <a:spLocks noGrp="1"/>
          </p:cNvSpPr>
          <p:nvPr>
            <p:ph type="title"/>
          </p:nvPr>
        </p:nvSpPr>
        <p:spPr/>
        <p:txBody>
          <a:bodyPr/>
          <a:lstStyle/>
          <a:p>
            <a:r>
              <a:rPr lang="en-US" dirty="0"/>
              <a:t>Installing Linux</a:t>
            </a:r>
          </a:p>
        </p:txBody>
      </p:sp>
      <p:sp>
        <p:nvSpPr>
          <p:cNvPr id="3" name="Slide Number Placeholder 2">
            <a:extLst>
              <a:ext uri="{FF2B5EF4-FFF2-40B4-BE49-F238E27FC236}">
                <a16:creationId xmlns:a16="http://schemas.microsoft.com/office/drawing/2014/main" id="{D9B11B57-A0FD-F14B-98F1-108B29672924}"/>
              </a:ext>
            </a:extLst>
          </p:cNvPr>
          <p:cNvSpPr>
            <a:spLocks noGrp="1"/>
          </p:cNvSpPr>
          <p:nvPr>
            <p:ph type="sldNum" sz="quarter" idx="4"/>
          </p:nvPr>
        </p:nvSpPr>
        <p:spPr/>
        <p:txBody>
          <a:bodyPr/>
          <a:lstStyle/>
          <a:p>
            <a:fld id="{2066355A-084C-D24E-9AD2-7E4FC41EA627}" type="slidenum">
              <a:rPr lang="en-US" smtClean="0"/>
              <a:pPr/>
              <a:t>1</a:t>
            </a:fld>
            <a:endParaRPr lang="en-US" dirty="0"/>
          </a:p>
        </p:txBody>
      </p:sp>
      <p:sp>
        <p:nvSpPr>
          <p:cNvPr id="4" name="Content Placeholder 3">
            <a:extLst>
              <a:ext uri="{FF2B5EF4-FFF2-40B4-BE49-F238E27FC236}">
                <a16:creationId xmlns:a16="http://schemas.microsoft.com/office/drawing/2014/main" id="{1E07B3F2-41E7-A94B-B976-C957B5D73230}"/>
              </a:ext>
            </a:extLst>
          </p:cNvPr>
          <p:cNvSpPr>
            <a:spLocks noGrp="1"/>
          </p:cNvSpPr>
          <p:nvPr>
            <p:ph idx="1"/>
          </p:nvPr>
        </p:nvSpPr>
        <p:spPr/>
        <p:txBody>
          <a:bodyPr/>
          <a:lstStyle/>
          <a:p>
            <a:r>
              <a:rPr lang="en-US" dirty="0">
                <a:solidFill>
                  <a:schemeClr val="tx1">
                    <a:lumMod val="85000"/>
                    <a:lumOff val="15000"/>
                  </a:schemeClr>
                </a:solidFill>
              </a:rPr>
              <a:t>Prepare for Linux Installation</a:t>
            </a:r>
          </a:p>
          <a:p>
            <a:r>
              <a:rPr lang="en-US" dirty="0">
                <a:solidFill>
                  <a:schemeClr val="tx1">
                    <a:lumMod val="85000"/>
                    <a:lumOff val="15000"/>
                  </a:schemeClr>
                </a:solidFill>
              </a:rPr>
              <a:t>Perform the Installation</a:t>
            </a:r>
          </a:p>
        </p:txBody>
      </p:sp>
    </p:spTree>
    <p:extLst>
      <p:ext uri="{BB962C8B-B14F-4D97-AF65-F5344CB8AC3E}">
        <p14:creationId xmlns:p14="http://schemas.microsoft.com/office/powerpoint/2010/main" val="1378473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91BBC-4D84-4647-8F12-1EADCAD82E6B}"/>
              </a:ext>
            </a:extLst>
          </p:cNvPr>
          <p:cNvSpPr>
            <a:spLocks noGrp="1"/>
          </p:cNvSpPr>
          <p:nvPr>
            <p:ph type="title"/>
          </p:nvPr>
        </p:nvSpPr>
        <p:spPr/>
        <p:txBody>
          <a:bodyPr/>
          <a:lstStyle/>
          <a:p>
            <a:r>
              <a:rPr lang="en-US" dirty="0"/>
              <a:t>Topic A: Prepare for Linux Installation</a:t>
            </a:r>
          </a:p>
        </p:txBody>
      </p:sp>
      <p:sp>
        <p:nvSpPr>
          <p:cNvPr id="3" name="Slide Number Placeholder 2">
            <a:extLst>
              <a:ext uri="{FF2B5EF4-FFF2-40B4-BE49-F238E27FC236}">
                <a16:creationId xmlns:a16="http://schemas.microsoft.com/office/drawing/2014/main" id="{ED7EBA22-8E5C-3F44-ADDE-12AF55D2DC46}"/>
              </a:ext>
            </a:extLst>
          </p:cNvPr>
          <p:cNvSpPr>
            <a:spLocks noGrp="1"/>
          </p:cNvSpPr>
          <p:nvPr>
            <p:ph type="sldNum" sz="quarter" idx="4"/>
          </p:nvPr>
        </p:nvSpPr>
        <p:spPr/>
        <p:txBody>
          <a:bodyPr/>
          <a:lstStyle/>
          <a:p>
            <a:fld id="{2066355A-084C-D24E-9AD2-7E4FC41EA627}" type="slidenum">
              <a:rPr lang="en-US" smtClean="0"/>
              <a:pPr/>
              <a:t>2</a:t>
            </a:fld>
            <a:endParaRPr lang="en-US" dirty="0"/>
          </a:p>
        </p:txBody>
      </p:sp>
      <p:sp>
        <p:nvSpPr>
          <p:cNvPr id="4" name="Content Placeholder 3">
            <a:extLst>
              <a:ext uri="{FF2B5EF4-FFF2-40B4-BE49-F238E27FC236}">
                <a16:creationId xmlns:a16="http://schemas.microsoft.com/office/drawing/2014/main" id="{C1336AD4-9F75-3846-9045-AD185CE6E7DA}"/>
              </a:ext>
            </a:extLst>
          </p:cNvPr>
          <p:cNvSpPr>
            <a:spLocks noGrp="1"/>
          </p:cNvSpPr>
          <p:nvPr>
            <p:ph idx="1"/>
          </p:nvPr>
        </p:nvSpPr>
        <p:spPr>
          <a:xfrm>
            <a:off x="1037500" y="849087"/>
            <a:ext cx="7764576" cy="3453408"/>
          </a:xfrm>
        </p:spPr>
        <p:txBody>
          <a:bodyPr/>
          <a:lstStyle/>
          <a:p>
            <a:pPr marL="0" indent="0">
              <a:buNone/>
            </a:pPr>
            <a:r>
              <a:rPr lang="en-US" dirty="0"/>
              <a:t>Exam Objectives:</a:t>
            </a:r>
          </a:p>
          <a:p>
            <a:r>
              <a:rPr lang="en-US" dirty="0"/>
              <a:t>This topic does not cover specific exam syllabus objectives or content examples.</a:t>
            </a:r>
          </a:p>
        </p:txBody>
      </p:sp>
      <p:pic>
        <p:nvPicPr>
          <p:cNvPr id="5" name="Picture 4" descr="/var/folders/8s/gh60cc4s1ps8jl3hr45sg7tr0000gn/T/com.microsoft.Powerpoint/WebArchiveCopyPasteTempFiles/wd9Ych2lYQCiAAAAABJRU5ErkJggg==">
            <a:extLst>
              <a:ext uri="{FF2B5EF4-FFF2-40B4-BE49-F238E27FC236}">
                <a16:creationId xmlns:a16="http://schemas.microsoft.com/office/drawing/2014/main" id="{534E5A59-FD31-FE45-8ED5-40D7173CE9C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4730" y="849087"/>
            <a:ext cx="572770" cy="57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207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81E9E-C91F-4A4D-A369-7386C117206E}"/>
              </a:ext>
            </a:extLst>
          </p:cNvPr>
          <p:cNvSpPr>
            <a:spLocks noGrp="1"/>
          </p:cNvSpPr>
          <p:nvPr>
            <p:ph type="title"/>
          </p:nvPr>
        </p:nvSpPr>
        <p:spPr/>
        <p:txBody>
          <a:bodyPr/>
          <a:lstStyle/>
          <a:p>
            <a:r>
              <a:rPr lang="en-US" dirty="0"/>
              <a:t>System Requirements</a:t>
            </a:r>
          </a:p>
        </p:txBody>
      </p:sp>
      <p:sp>
        <p:nvSpPr>
          <p:cNvPr id="3" name="Slide Number Placeholder 2">
            <a:extLst>
              <a:ext uri="{FF2B5EF4-FFF2-40B4-BE49-F238E27FC236}">
                <a16:creationId xmlns:a16="http://schemas.microsoft.com/office/drawing/2014/main" id="{BAC1A21D-EA0D-4EA7-9F79-5D671650174B}"/>
              </a:ext>
            </a:extLst>
          </p:cNvPr>
          <p:cNvSpPr>
            <a:spLocks noGrp="1"/>
          </p:cNvSpPr>
          <p:nvPr>
            <p:ph type="sldNum" sz="quarter" idx="4"/>
          </p:nvPr>
        </p:nvSpPr>
        <p:spPr/>
        <p:txBody>
          <a:bodyPr/>
          <a:lstStyle/>
          <a:p>
            <a:fld id="{2066355A-084C-D24E-9AD2-7E4FC41EA627}" type="slidenum">
              <a:rPr lang="en-US" smtClean="0"/>
              <a:pPr/>
              <a:t>3</a:t>
            </a:fld>
            <a:endParaRPr lang="en-US" dirty="0"/>
          </a:p>
        </p:txBody>
      </p:sp>
      <p:sp>
        <p:nvSpPr>
          <p:cNvPr id="4" name="Content Placeholder 3">
            <a:extLst>
              <a:ext uri="{FF2B5EF4-FFF2-40B4-BE49-F238E27FC236}">
                <a16:creationId xmlns:a16="http://schemas.microsoft.com/office/drawing/2014/main" id="{C21397D5-A604-4C2D-A091-AD6CAAADBDD8}"/>
              </a:ext>
            </a:extLst>
          </p:cNvPr>
          <p:cNvSpPr>
            <a:spLocks noGrp="1"/>
          </p:cNvSpPr>
          <p:nvPr>
            <p:ph idx="1"/>
          </p:nvPr>
        </p:nvSpPr>
        <p:spPr/>
        <p:txBody>
          <a:bodyPr/>
          <a:lstStyle/>
          <a:p>
            <a:r>
              <a:rPr lang="en-US" dirty="0"/>
              <a:t>More than just requirements for installation.</a:t>
            </a:r>
          </a:p>
          <a:p>
            <a:r>
              <a:rPr lang="en-US" dirty="0"/>
              <a:t>Also requirements for continued and reliable operation.</a:t>
            </a:r>
          </a:p>
          <a:p>
            <a:r>
              <a:rPr lang="en-US" dirty="0"/>
              <a:t>Based on many factors:</a:t>
            </a:r>
          </a:p>
          <a:p>
            <a:pPr lvl="1"/>
            <a:r>
              <a:rPr lang="en-US" dirty="0"/>
              <a:t>Linux distro being installed.</a:t>
            </a:r>
          </a:p>
          <a:p>
            <a:pPr lvl="1"/>
            <a:r>
              <a:rPr lang="en-US" dirty="0"/>
              <a:t>Hardware compatibility.</a:t>
            </a:r>
          </a:p>
          <a:p>
            <a:pPr lvl="1"/>
            <a:r>
              <a:rPr lang="en-US" dirty="0"/>
              <a:t>General category of system.</a:t>
            </a:r>
          </a:p>
          <a:p>
            <a:pPr lvl="1"/>
            <a:r>
              <a:rPr lang="en-US" dirty="0"/>
              <a:t>Intended function of system.</a:t>
            </a:r>
          </a:p>
          <a:p>
            <a:pPr lvl="1"/>
            <a:r>
              <a:rPr lang="en-US" dirty="0"/>
              <a:t>Specific apps running on system.</a:t>
            </a:r>
          </a:p>
          <a:p>
            <a:pPr lvl="1"/>
            <a:r>
              <a:rPr lang="en-US" dirty="0"/>
              <a:t>Price.</a:t>
            </a:r>
          </a:p>
        </p:txBody>
      </p:sp>
    </p:spTree>
    <p:extLst>
      <p:ext uri="{BB962C8B-B14F-4D97-AF65-F5344CB8AC3E}">
        <p14:creationId xmlns:p14="http://schemas.microsoft.com/office/powerpoint/2010/main" val="3871898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11FB-31FD-4085-B5FF-D86E1007AC44}"/>
              </a:ext>
            </a:extLst>
          </p:cNvPr>
          <p:cNvSpPr>
            <a:spLocks noGrp="1"/>
          </p:cNvSpPr>
          <p:nvPr>
            <p:ph type="title"/>
          </p:nvPr>
        </p:nvSpPr>
        <p:spPr/>
        <p:txBody>
          <a:bodyPr/>
          <a:lstStyle/>
          <a:p>
            <a:r>
              <a:rPr lang="en-US" dirty="0"/>
              <a:t>Partitioning Strategy</a:t>
            </a:r>
          </a:p>
        </p:txBody>
      </p:sp>
      <p:sp>
        <p:nvSpPr>
          <p:cNvPr id="3" name="Slide Number Placeholder 2">
            <a:extLst>
              <a:ext uri="{FF2B5EF4-FFF2-40B4-BE49-F238E27FC236}">
                <a16:creationId xmlns:a16="http://schemas.microsoft.com/office/drawing/2014/main" id="{BD8836A5-E093-46E5-B33A-CD2F7CD369AD}"/>
              </a:ext>
            </a:extLst>
          </p:cNvPr>
          <p:cNvSpPr>
            <a:spLocks noGrp="1"/>
          </p:cNvSpPr>
          <p:nvPr>
            <p:ph type="sldNum" sz="quarter" idx="4"/>
          </p:nvPr>
        </p:nvSpPr>
        <p:spPr/>
        <p:txBody>
          <a:bodyPr/>
          <a:lstStyle/>
          <a:p>
            <a:fld id="{2066355A-084C-D24E-9AD2-7E4FC41EA627}" type="slidenum">
              <a:rPr lang="en-US" smtClean="0"/>
              <a:pPr/>
              <a:t>4</a:t>
            </a:fld>
            <a:endParaRPr lang="en-US" dirty="0"/>
          </a:p>
        </p:txBody>
      </p:sp>
      <p:sp>
        <p:nvSpPr>
          <p:cNvPr id="4" name="Content Placeholder 3">
            <a:extLst>
              <a:ext uri="{FF2B5EF4-FFF2-40B4-BE49-F238E27FC236}">
                <a16:creationId xmlns:a16="http://schemas.microsoft.com/office/drawing/2014/main" id="{D97E094A-3125-4E49-B846-33C9F6FA3E66}"/>
              </a:ext>
            </a:extLst>
          </p:cNvPr>
          <p:cNvSpPr>
            <a:spLocks noGrp="1"/>
          </p:cNvSpPr>
          <p:nvPr>
            <p:ph idx="1"/>
          </p:nvPr>
        </p:nvSpPr>
        <p:spPr/>
        <p:txBody>
          <a:bodyPr/>
          <a:lstStyle/>
          <a:p>
            <a:r>
              <a:rPr lang="en-US" dirty="0"/>
              <a:t>Plan for partitioning storage prior to installation.</a:t>
            </a:r>
          </a:p>
          <a:p>
            <a:r>
              <a:rPr lang="en-US" dirty="0"/>
              <a:t>Servers have different storage needs than workstations.</a:t>
            </a:r>
          </a:p>
          <a:p>
            <a:r>
              <a:rPr lang="en-US" dirty="0"/>
              <a:t>If root partition fills up, system will crash.</a:t>
            </a:r>
          </a:p>
          <a:p>
            <a:r>
              <a:rPr lang="en-US" dirty="0"/>
              <a:t>Home and log file directories can fill up quickly.</a:t>
            </a:r>
          </a:p>
          <a:p>
            <a:r>
              <a:rPr lang="en-US" dirty="0"/>
              <a:t>Isolate on separate partitions to prevent crashes.</a:t>
            </a:r>
          </a:p>
          <a:p>
            <a:r>
              <a:rPr lang="en-US" dirty="0"/>
              <a:t>Also plan for swap space partition.</a:t>
            </a:r>
          </a:p>
          <a:p>
            <a:pPr lvl="1"/>
            <a:r>
              <a:rPr lang="en-US" dirty="0"/>
              <a:t>Necessary for virtual memory storage.</a:t>
            </a:r>
          </a:p>
          <a:p>
            <a:pPr lvl="1"/>
            <a:r>
              <a:rPr lang="en-US" dirty="0"/>
              <a:t>Usually twice the quantity of RAM.</a:t>
            </a:r>
          </a:p>
          <a:p>
            <a:pPr lvl="1"/>
            <a:r>
              <a:rPr lang="en-US" dirty="0"/>
              <a:t>Size can vary.</a:t>
            </a:r>
          </a:p>
        </p:txBody>
      </p:sp>
    </p:spTree>
    <p:extLst>
      <p:ext uri="{BB962C8B-B14F-4D97-AF65-F5344CB8AC3E}">
        <p14:creationId xmlns:p14="http://schemas.microsoft.com/office/powerpoint/2010/main" val="3838879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AE602-A7BC-4304-9EA0-3A877823EE1F}"/>
              </a:ext>
            </a:extLst>
          </p:cNvPr>
          <p:cNvSpPr>
            <a:spLocks noGrp="1"/>
          </p:cNvSpPr>
          <p:nvPr>
            <p:ph type="title"/>
          </p:nvPr>
        </p:nvSpPr>
        <p:spPr/>
        <p:txBody>
          <a:bodyPr/>
          <a:lstStyle/>
          <a:p>
            <a:r>
              <a:rPr lang="en-US" dirty="0"/>
              <a:t>Partitioning Examples (Slide 1 of 2)</a:t>
            </a:r>
          </a:p>
        </p:txBody>
      </p:sp>
      <p:sp>
        <p:nvSpPr>
          <p:cNvPr id="3" name="Slide Number Placeholder 2">
            <a:extLst>
              <a:ext uri="{FF2B5EF4-FFF2-40B4-BE49-F238E27FC236}">
                <a16:creationId xmlns:a16="http://schemas.microsoft.com/office/drawing/2014/main" id="{C54DD697-AEFA-4AEA-8FBE-329D1EE64009}"/>
              </a:ext>
            </a:extLst>
          </p:cNvPr>
          <p:cNvSpPr>
            <a:spLocks noGrp="1"/>
          </p:cNvSpPr>
          <p:nvPr>
            <p:ph type="sldNum" sz="quarter" idx="4"/>
          </p:nvPr>
        </p:nvSpPr>
        <p:spPr/>
        <p:txBody>
          <a:bodyPr/>
          <a:lstStyle/>
          <a:p>
            <a:fld id="{2066355A-084C-D24E-9AD2-7E4FC41EA627}" type="slidenum">
              <a:rPr lang="en-US" smtClean="0"/>
              <a:pPr/>
              <a:t>5</a:t>
            </a:fld>
            <a:endParaRPr lang="en-US" dirty="0"/>
          </a:p>
        </p:txBody>
      </p:sp>
      <p:sp>
        <p:nvSpPr>
          <p:cNvPr id="4" name="Content Placeholder 3">
            <a:extLst>
              <a:ext uri="{FF2B5EF4-FFF2-40B4-BE49-F238E27FC236}">
                <a16:creationId xmlns:a16="http://schemas.microsoft.com/office/drawing/2014/main" id="{3097FCF2-B3F3-450D-B341-CD2094043F4A}"/>
              </a:ext>
            </a:extLst>
          </p:cNvPr>
          <p:cNvSpPr>
            <a:spLocks noGrp="1"/>
          </p:cNvSpPr>
          <p:nvPr>
            <p:ph idx="1"/>
          </p:nvPr>
        </p:nvSpPr>
        <p:spPr/>
        <p:txBody>
          <a:bodyPr/>
          <a:lstStyle/>
          <a:p>
            <a:r>
              <a:rPr lang="en-US" dirty="0"/>
              <a:t>Server:</a:t>
            </a:r>
          </a:p>
          <a:p>
            <a:pPr lvl="1"/>
            <a:r>
              <a:rPr lang="en-US" dirty="0">
                <a:latin typeface="Cutive Mono" panose="020B0604020202020204" charset="0"/>
              </a:rPr>
              <a:t>/</a:t>
            </a:r>
            <a:r>
              <a:rPr lang="en-US" dirty="0"/>
              <a:t> as root file system.</a:t>
            </a:r>
          </a:p>
          <a:p>
            <a:pPr lvl="1"/>
            <a:r>
              <a:rPr lang="en-US" dirty="0">
                <a:latin typeface="Cutive Mono" panose="020B0604020202020204" charset="0"/>
              </a:rPr>
              <a:t>/home</a:t>
            </a:r>
            <a:r>
              <a:rPr lang="en-US" dirty="0"/>
              <a:t> to isolate home directory.</a:t>
            </a:r>
          </a:p>
          <a:p>
            <a:pPr lvl="1"/>
            <a:r>
              <a:rPr lang="en-US" dirty="0">
                <a:latin typeface="Cutive Mono" panose="020B0604020202020204" charset="0"/>
              </a:rPr>
              <a:t>/var</a:t>
            </a:r>
            <a:r>
              <a:rPr lang="en-US" dirty="0"/>
              <a:t> to isolate log files.</a:t>
            </a:r>
          </a:p>
          <a:p>
            <a:pPr lvl="1"/>
            <a:r>
              <a:rPr lang="en-US" dirty="0"/>
              <a:t>Dedicated swap partition.</a:t>
            </a:r>
          </a:p>
          <a:p>
            <a:r>
              <a:rPr lang="en-US" dirty="0"/>
              <a:t>Workstation:</a:t>
            </a:r>
          </a:p>
          <a:p>
            <a:pPr lvl="1"/>
            <a:r>
              <a:rPr lang="en-US" dirty="0">
                <a:latin typeface="Cutive Mono" panose="020B0604020202020204" charset="0"/>
              </a:rPr>
              <a:t>/</a:t>
            </a:r>
            <a:r>
              <a:rPr lang="en-US" dirty="0"/>
              <a:t> as root file system.</a:t>
            </a:r>
          </a:p>
          <a:p>
            <a:pPr lvl="1"/>
            <a:r>
              <a:rPr lang="en-US" dirty="0"/>
              <a:t>Dedicated swap partition.</a:t>
            </a:r>
          </a:p>
        </p:txBody>
      </p:sp>
    </p:spTree>
    <p:extLst>
      <p:ext uri="{BB962C8B-B14F-4D97-AF65-F5344CB8AC3E}">
        <p14:creationId xmlns:p14="http://schemas.microsoft.com/office/powerpoint/2010/main" val="2372140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42888-C3C1-B94E-AF73-D9EBBCC963D5}"/>
              </a:ext>
            </a:extLst>
          </p:cNvPr>
          <p:cNvSpPr>
            <a:spLocks noGrp="1"/>
          </p:cNvSpPr>
          <p:nvPr>
            <p:ph type="title"/>
          </p:nvPr>
        </p:nvSpPr>
        <p:spPr/>
        <p:txBody>
          <a:bodyPr/>
          <a:lstStyle/>
          <a:p>
            <a:r>
              <a:rPr lang="en-US" dirty="0"/>
              <a:t>Partitioning Examples (Slide 2 of 2)</a:t>
            </a:r>
          </a:p>
        </p:txBody>
      </p:sp>
      <p:sp>
        <p:nvSpPr>
          <p:cNvPr id="3" name="Slide Number Placeholder 2">
            <a:extLst>
              <a:ext uri="{FF2B5EF4-FFF2-40B4-BE49-F238E27FC236}">
                <a16:creationId xmlns:a16="http://schemas.microsoft.com/office/drawing/2014/main" id="{25042FB9-7218-314F-A14A-F9D29DB23342}"/>
              </a:ext>
            </a:extLst>
          </p:cNvPr>
          <p:cNvSpPr>
            <a:spLocks noGrp="1"/>
          </p:cNvSpPr>
          <p:nvPr>
            <p:ph type="sldNum" sz="quarter" idx="4"/>
          </p:nvPr>
        </p:nvSpPr>
        <p:spPr/>
        <p:txBody>
          <a:bodyPr/>
          <a:lstStyle/>
          <a:p>
            <a:fld id="{2066355A-084C-D24E-9AD2-7E4FC41EA627}" type="slidenum">
              <a:rPr lang="en-US" smtClean="0"/>
              <a:pPr/>
              <a:t>6</a:t>
            </a:fld>
            <a:endParaRPr lang="en-US" dirty="0"/>
          </a:p>
        </p:txBody>
      </p:sp>
      <p:pic>
        <p:nvPicPr>
          <p:cNvPr id="20" name="Picture 19">
            <a:extLst>
              <a:ext uri="{FF2B5EF4-FFF2-40B4-BE49-F238E27FC236}">
                <a16:creationId xmlns:a16="http://schemas.microsoft.com/office/drawing/2014/main" id="{4A4A31C0-637B-4EF3-98B2-074500E177D7}"/>
              </a:ext>
            </a:extLst>
          </p:cNvPr>
          <p:cNvPicPr>
            <a:picLocks noChangeAspect="1"/>
          </p:cNvPicPr>
          <p:nvPr/>
        </p:nvPicPr>
        <p:blipFill>
          <a:blip r:embed="rId2"/>
          <a:stretch>
            <a:fillRect/>
          </a:stretch>
        </p:blipFill>
        <p:spPr>
          <a:xfrm>
            <a:off x="823934" y="1022962"/>
            <a:ext cx="7496133" cy="3228195"/>
          </a:xfrm>
          <a:prstGeom prst="rect">
            <a:avLst/>
          </a:prstGeom>
        </p:spPr>
      </p:pic>
    </p:spTree>
    <p:extLst>
      <p:ext uri="{BB962C8B-B14F-4D97-AF65-F5344CB8AC3E}">
        <p14:creationId xmlns:p14="http://schemas.microsoft.com/office/powerpoint/2010/main" val="3340703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4A0A-5533-493E-B5FF-3F2DA4FC2DDE}"/>
              </a:ext>
            </a:extLst>
          </p:cNvPr>
          <p:cNvSpPr>
            <a:spLocks noGrp="1"/>
          </p:cNvSpPr>
          <p:nvPr>
            <p:ph type="title"/>
          </p:nvPr>
        </p:nvSpPr>
        <p:spPr/>
        <p:txBody>
          <a:bodyPr/>
          <a:lstStyle/>
          <a:p>
            <a:r>
              <a:rPr lang="en-US" dirty="0"/>
              <a:t>Hardware Compatibility</a:t>
            </a:r>
          </a:p>
        </p:txBody>
      </p:sp>
      <p:sp>
        <p:nvSpPr>
          <p:cNvPr id="3" name="Slide Number Placeholder 2">
            <a:extLst>
              <a:ext uri="{FF2B5EF4-FFF2-40B4-BE49-F238E27FC236}">
                <a16:creationId xmlns:a16="http://schemas.microsoft.com/office/drawing/2014/main" id="{EFC00191-B73E-436E-8413-9AF0962FDA36}"/>
              </a:ext>
            </a:extLst>
          </p:cNvPr>
          <p:cNvSpPr>
            <a:spLocks noGrp="1"/>
          </p:cNvSpPr>
          <p:nvPr>
            <p:ph type="sldNum" sz="quarter" idx="4"/>
          </p:nvPr>
        </p:nvSpPr>
        <p:spPr/>
        <p:txBody>
          <a:bodyPr/>
          <a:lstStyle/>
          <a:p>
            <a:fld id="{2066355A-084C-D24E-9AD2-7E4FC41EA627}" type="slidenum">
              <a:rPr lang="en-US" smtClean="0"/>
              <a:pPr/>
              <a:t>7</a:t>
            </a:fld>
            <a:endParaRPr lang="en-US" dirty="0"/>
          </a:p>
        </p:txBody>
      </p:sp>
      <p:sp>
        <p:nvSpPr>
          <p:cNvPr id="4" name="Content Placeholder 3">
            <a:extLst>
              <a:ext uri="{FF2B5EF4-FFF2-40B4-BE49-F238E27FC236}">
                <a16:creationId xmlns:a16="http://schemas.microsoft.com/office/drawing/2014/main" id="{0AE6FA5D-5CD2-4F33-AFFE-3A693245989E}"/>
              </a:ext>
            </a:extLst>
          </p:cNvPr>
          <p:cNvSpPr>
            <a:spLocks noGrp="1"/>
          </p:cNvSpPr>
          <p:nvPr>
            <p:ph idx="1"/>
          </p:nvPr>
        </p:nvSpPr>
        <p:spPr/>
        <p:txBody>
          <a:bodyPr/>
          <a:lstStyle/>
          <a:p>
            <a:r>
              <a:rPr lang="en-US" dirty="0"/>
              <a:t>Before purchasing hardware, ensure it is compatible with distro.</a:t>
            </a:r>
          </a:p>
          <a:p>
            <a:r>
              <a:rPr lang="en-US" dirty="0"/>
              <a:t>If available, check HCL.</a:t>
            </a:r>
          </a:p>
          <a:p>
            <a:pPr lvl="1"/>
            <a:r>
              <a:rPr lang="en-US" dirty="0"/>
              <a:t>Stores vendors/models that distro supports.</a:t>
            </a:r>
          </a:p>
          <a:p>
            <a:pPr lvl="1"/>
            <a:r>
              <a:rPr lang="en-US" dirty="0"/>
              <a:t>Usually available online.</a:t>
            </a:r>
          </a:p>
          <a:p>
            <a:pPr lvl="1"/>
            <a:r>
              <a:rPr lang="en-US" dirty="0"/>
              <a:t>Many distros don't have an official HCL.</a:t>
            </a:r>
          </a:p>
          <a:p>
            <a:r>
              <a:rPr lang="en-US" dirty="0"/>
              <a:t>Gather hardware info about system.</a:t>
            </a:r>
          </a:p>
          <a:p>
            <a:pPr lvl="1"/>
            <a:r>
              <a:rPr lang="en-US" dirty="0"/>
              <a:t>Available in documentation that came with components.</a:t>
            </a:r>
          </a:p>
          <a:p>
            <a:pPr lvl="1"/>
            <a:r>
              <a:rPr lang="en-US" dirty="0"/>
              <a:t>Available in documentation on manufacturer's site.</a:t>
            </a:r>
          </a:p>
          <a:p>
            <a:pPr lvl="1"/>
            <a:r>
              <a:rPr lang="en-US" dirty="0"/>
              <a:t>Available from BIOS/UEFI.</a:t>
            </a:r>
          </a:p>
          <a:p>
            <a:pPr lvl="1"/>
            <a:r>
              <a:rPr lang="en-US" dirty="0"/>
              <a:t>Printed on physical component.</a:t>
            </a:r>
          </a:p>
        </p:txBody>
      </p:sp>
    </p:spTree>
    <p:extLst>
      <p:ext uri="{BB962C8B-B14F-4D97-AF65-F5344CB8AC3E}">
        <p14:creationId xmlns:p14="http://schemas.microsoft.com/office/powerpoint/2010/main" val="4218507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A09E-3094-4947-8EA9-B3A9FEF51694}"/>
              </a:ext>
            </a:extLst>
          </p:cNvPr>
          <p:cNvSpPr>
            <a:spLocks noGrp="1"/>
          </p:cNvSpPr>
          <p:nvPr>
            <p:ph type="title"/>
          </p:nvPr>
        </p:nvSpPr>
        <p:spPr/>
        <p:txBody>
          <a:bodyPr/>
          <a:lstStyle/>
          <a:p>
            <a:r>
              <a:rPr lang="en-US" dirty="0"/>
              <a:t>Questions to Address When Choosing Hardware</a:t>
            </a:r>
          </a:p>
        </p:txBody>
      </p:sp>
      <p:sp>
        <p:nvSpPr>
          <p:cNvPr id="3" name="Slide Number Placeholder 2">
            <a:extLst>
              <a:ext uri="{FF2B5EF4-FFF2-40B4-BE49-F238E27FC236}">
                <a16:creationId xmlns:a16="http://schemas.microsoft.com/office/drawing/2014/main" id="{9C70180C-838B-4905-9760-09E9DD47C486}"/>
              </a:ext>
            </a:extLst>
          </p:cNvPr>
          <p:cNvSpPr>
            <a:spLocks noGrp="1"/>
          </p:cNvSpPr>
          <p:nvPr>
            <p:ph type="sldNum" sz="quarter" idx="4"/>
          </p:nvPr>
        </p:nvSpPr>
        <p:spPr/>
        <p:txBody>
          <a:bodyPr/>
          <a:lstStyle/>
          <a:p>
            <a:fld id="{2066355A-084C-D24E-9AD2-7E4FC41EA627}" type="slidenum">
              <a:rPr lang="en-US" smtClean="0"/>
              <a:pPr/>
              <a:t>8</a:t>
            </a:fld>
            <a:endParaRPr lang="en-US" dirty="0"/>
          </a:p>
        </p:txBody>
      </p:sp>
      <p:sp>
        <p:nvSpPr>
          <p:cNvPr id="4" name="Content Placeholder 3">
            <a:extLst>
              <a:ext uri="{FF2B5EF4-FFF2-40B4-BE49-F238E27FC236}">
                <a16:creationId xmlns:a16="http://schemas.microsoft.com/office/drawing/2014/main" id="{90C3EEF5-C365-447B-B6EC-0BDA7A3851ED}"/>
              </a:ext>
            </a:extLst>
          </p:cNvPr>
          <p:cNvSpPr>
            <a:spLocks noGrp="1"/>
          </p:cNvSpPr>
          <p:nvPr>
            <p:ph idx="1"/>
          </p:nvPr>
        </p:nvSpPr>
        <p:spPr>
          <a:xfrm>
            <a:off x="141397" y="980347"/>
            <a:ext cx="3636518" cy="3567590"/>
          </a:xfrm>
        </p:spPr>
        <p:txBody>
          <a:bodyPr/>
          <a:lstStyle/>
          <a:p>
            <a:r>
              <a:rPr lang="en-US" sz="1400" dirty="0"/>
              <a:t>Universal:</a:t>
            </a:r>
          </a:p>
          <a:p>
            <a:pPr lvl="1"/>
            <a:r>
              <a:rPr lang="en-US" sz="1200" dirty="0"/>
              <a:t>Manufacturer?</a:t>
            </a:r>
          </a:p>
          <a:p>
            <a:pPr lvl="1"/>
            <a:r>
              <a:rPr lang="en-US" sz="1200" dirty="0"/>
              <a:t>Model?</a:t>
            </a:r>
          </a:p>
          <a:p>
            <a:pPr lvl="1"/>
            <a:r>
              <a:rPr lang="en-US" sz="1200" dirty="0"/>
              <a:t>Driver support?</a:t>
            </a:r>
          </a:p>
          <a:p>
            <a:r>
              <a:rPr lang="en-US" sz="1400" dirty="0"/>
              <a:t>Storage drive:</a:t>
            </a:r>
          </a:p>
          <a:p>
            <a:pPr lvl="1"/>
            <a:r>
              <a:rPr lang="en-US" sz="1200" dirty="0"/>
              <a:t>How many?</a:t>
            </a:r>
          </a:p>
          <a:p>
            <a:pPr lvl="1"/>
            <a:r>
              <a:rPr lang="en-US" sz="1200" dirty="0"/>
              <a:t>What interface controller technology?</a:t>
            </a:r>
          </a:p>
          <a:p>
            <a:pPr lvl="1"/>
            <a:r>
              <a:rPr lang="en-US" sz="1200" dirty="0"/>
              <a:t>What capacity?</a:t>
            </a:r>
          </a:p>
          <a:p>
            <a:pPr lvl="1"/>
            <a:r>
              <a:rPr lang="en-US" sz="1200" dirty="0"/>
              <a:t>Mechanical or solid-state?</a:t>
            </a:r>
          </a:p>
          <a:p>
            <a:pPr lvl="1"/>
            <a:r>
              <a:rPr lang="en-US" sz="1200" dirty="0"/>
              <a:t>Read/write speeds?</a:t>
            </a:r>
          </a:p>
          <a:p>
            <a:r>
              <a:rPr lang="en-US" sz="1400" dirty="0"/>
              <a:t>CPU:</a:t>
            </a:r>
          </a:p>
          <a:p>
            <a:pPr lvl="1"/>
            <a:r>
              <a:rPr lang="en-US" sz="1200" dirty="0"/>
              <a:t>Server or desktop market?</a:t>
            </a:r>
          </a:p>
          <a:p>
            <a:pPr lvl="1"/>
            <a:r>
              <a:rPr lang="en-US" sz="1200" dirty="0"/>
              <a:t>Clock rate?</a:t>
            </a:r>
          </a:p>
          <a:p>
            <a:pPr lvl="1"/>
            <a:r>
              <a:rPr lang="en-US" sz="1200" dirty="0"/>
              <a:t>Cache size?</a:t>
            </a:r>
          </a:p>
          <a:p>
            <a:pPr lvl="1"/>
            <a:r>
              <a:rPr lang="en-US" sz="1200" dirty="0"/>
              <a:t>Physical cores?</a:t>
            </a:r>
          </a:p>
          <a:p>
            <a:pPr lvl="1"/>
            <a:r>
              <a:rPr lang="en-US" sz="1200" dirty="0"/>
              <a:t>Hyper-threading?</a:t>
            </a:r>
          </a:p>
        </p:txBody>
      </p:sp>
      <p:sp>
        <p:nvSpPr>
          <p:cNvPr id="5" name="Content Placeholder 3">
            <a:extLst>
              <a:ext uri="{FF2B5EF4-FFF2-40B4-BE49-F238E27FC236}">
                <a16:creationId xmlns:a16="http://schemas.microsoft.com/office/drawing/2014/main" id="{FBD3830D-F985-4288-9167-021144E4CA6A}"/>
              </a:ext>
            </a:extLst>
          </p:cNvPr>
          <p:cNvSpPr txBox="1">
            <a:spLocks/>
          </p:cNvSpPr>
          <p:nvPr/>
        </p:nvSpPr>
        <p:spPr>
          <a:xfrm>
            <a:off x="3777915" y="980347"/>
            <a:ext cx="3636518" cy="356759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Clr>
                <a:srgbClr val="ED1C24"/>
              </a:buClr>
              <a:buFont typeface="Arial"/>
              <a:buChar char="•"/>
              <a:defRPr sz="1800" kern="1200">
                <a:solidFill>
                  <a:srgbClr val="45545F"/>
                </a:solidFill>
                <a:latin typeface="+mn-lt"/>
                <a:ea typeface="+mn-ea"/>
                <a:cs typeface="+mn-cs"/>
              </a:defRPr>
            </a:lvl1pPr>
            <a:lvl2pPr marL="557213" indent="-214313" algn="l" defTabSz="342900" rtl="0" eaLnBrk="1" latinLnBrk="0" hangingPunct="1">
              <a:spcBef>
                <a:spcPct val="20000"/>
              </a:spcBef>
              <a:buClr>
                <a:srgbClr val="ED1C24"/>
              </a:buClr>
              <a:buFont typeface="Arial"/>
              <a:buChar char="•"/>
              <a:defRPr sz="1600" kern="1200">
                <a:solidFill>
                  <a:srgbClr val="45545F"/>
                </a:solidFill>
                <a:latin typeface="+mn-lt"/>
                <a:ea typeface="+mn-ea"/>
                <a:cs typeface="+mn-cs"/>
              </a:defRPr>
            </a:lvl2pPr>
            <a:lvl3pPr marL="857250" indent="-171450" algn="l" defTabSz="342900" rtl="0" eaLnBrk="1" latinLnBrk="0" hangingPunct="1">
              <a:spcBef>
                <a:spcPct val="20000"/>
              </a:spcBef>
              <a:buClr>
                <a:srgbClr val="ED1C24"/>
              </a:buClr>
              <a:buFont typeface="Arial"/>
              <a:buChar char="•"/>
              <a:defRPr sz="1400" kern="1200">
                <a:solidFill>
                  <a:srgbClr val="45545F"/>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400" dirty="0"/>
              <a:t>Memory:</a:t>
            </a:r>
          </a:p>
          <a:p>
            <a:pPr lvl="1"/>
            <a:r>
              <a:rPr lang="en-US" sz="1200" dirty="0"/>
              <a:t>How much?</a:t>
            </a:r>
          </a:p>
          <a:p>
            <a:pPr lvl="1"/>
            <a:r>
              <a:rPr lang="en-US" sz="1200" dirty="0"/>
              <a:t>Enough DIMM slots?</a:t>
            </a:r>
          </a:p>
          <a:p>
            <a:pPr lvl="1"/>
            <a:r>
              <a:rPr lang="en-US" sz="1200" dirty="0"/>
              <a:t>Generation of DDR SDRAM?</a:t>
            </a:r>
          </a:p>
          <a:p>
            <a:r>
              <a:rPr lang="en-US" sz="1400" dirty="0"/>
              <a:t>Network card:</a:t>
            </a:r>
          </a:p>
          <a:p>
            <a:pPr lvl="1"/>
            <a:r>
              <a:rPr lang="en-US" sz="1200" dirty="0"/>
              <a:t>Technologies supported?</a:t>
            </a:r>
          </a:p>
          <a:p>
            <a:pPr lvl="1"/>
            <a:r>
              <a:rPr lang="en-US" sz="1200" dirty="0"/>
              <a:t>Maximum bandwidth?</a:t>
            </a:r>
          </a:p>
          <a:p>
            <a:r>
              <a:rPr lang="en-US" sz="1400" dirty="0"/>
              <a:t>Input device:</a:t>
            </a:r>
          </a:p>
          <a:p>
            <a:pPr lvl="1"/>
            <a:r>
              <a:rPr lang="en-US" sz="1200" dirty="0"/>
              <a:t>Hotpluggable?</a:t>
            </a:r>
          </a:p>
          <a:p>
            <a:pPr lvl="1"/>
            <a:r>
              <a:rPr lang="en-US" sz="1200" dirty="0"/>
              <a:t>USB version?</a:t>
            </a:r>
          </a:p>
          <a:p>
            <a:r>
              <a:rPr lang="en-US" sz="1400" dirty="0"/>
              <a:t>Monitor:</a:t>
            </a:r>
          </a:p>
          <a:p>
            <a:pPr lvl="1"/>
            <a:r>
              <a:rPr lang="en-US" sz="1200" dirty="0"/>
              <a:t>Connection interface?</a:t>
            </a:r>
          </a:p>
          <a:p>
            <a:pPr lvl="1"/>
            <a:r>
              <a:rPr lang="en-US" sz="1200" dirty="0"/>
              <a:t>Refresh rate?</a:t>
            </a:r>
          </a:p>
          <a:p>
            <a:pPr lvl="1"/>
            <a:r>
              <a:rPr lang="en-US" sz="1200" dirty="0"/>
              <a:t>Resolution?</a:t>
            </a:r>
          </a:p>
        </p:txBody>
      </p:sp>
      <p:sp>
        <p:nvSpPr>
          <p:cNvPr id="6" name="Content Placeholder 3">
            <a:extLst>
              <a:ext uri="{FF2B5EF4-FFF2-40B4-BE49-F238E27FC236}">
                <a16:creationId xmlns:a16="http://schemas.microsoft.com/office/drawing/2014/main" id="{7B3C54CA-5DFB-4D4B-BD39-E6BCA92E4FC6}"/>
              </a:ext>
            </a:extLst>
          </p:cNvPr>
          <p:cNvSpPr txBox="1">
            <a:spLocks/>
          </p:cNvSpPr>
          <p:nvPr/>
        </p:nvSpPr>
        <p:spPr>
          <a:xfrm>
            <a:off x="6534418" y="980347"/>
            <a:ext cx="2468185" cy="3567590"/>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Clr>
                <a:srgbClr val="ED1C24"/>
              </a:buClr>
              <a:buFont typeface="Arial"/>
              <a:buChar char="•"/>
              <a:defRPr sz="1800" kern="1200">
                <a:solidFill>
                  <a:srgbClr val="45545F"/>
                </a:solidFill>
                <a:latin typeface="+mn-lt"/>
                <a:ea typeface="+mn-ea"/>
                <a:cs typeface="+mn-cs"/>
              </a:defRPr>
            </a:lvl1pPr>
            <a:lvl2pPr marL="557213" indent="-214313" algn="l" defTabSz="342900" rtl="0" eaLnBrk="1" latinLnBrk="0" hangingPunct="1">
              <a:spcBef>
                <a:spcPct val="20000"/>
              </a:spcBef>
              <a:buClr>
                <a:srgbClr val="ED1C24"/>
              </a:buClr>
              <a:buFont typeface="Arial"/>
              <a:buChar char="•"/>
              <a:defRPr sz="1600" kern="1200">
                <a:solidFill>
                  <a:srgbClr val="45545F"/>
                </a:solidFill>
                <a:latin typeface="+mn-lt"/>
                <a:ea typeface="+mn-ea"/>
                <a:cs typeface="+mn-cs"/>
              </a:defRPr>
            </a:lvl2pPr>
            <a:lvl3pPr marL="857250" indent="-171450" algn="l" defTabSz="342900" rtl="0" eaLnBrk="1" latinLnBrk="0" hangingPunct="1">
              <a:spcBef>
                <a:spcPct val="20000"/>
              </a:spcBef>
              <a:buClr>
                <a:srgbClr val="ED1C24"/>
              </a:buClr>
              <a:buFont typeface="Arial"/>
              <a:buChar char="•"/>
              <a:defRPr sz="1400" kern="1200">
                <a:solidFill>
                  <a:srgbClr val="45545F"/>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sz="1400" dirty="0"/>
              <a:t>Display adapter:</a:t>
            </a:r>
          </a:p>
          <a:p>
            <a:pPr lvl="1"/>
            <a:r>
              <a:rPr lang="en-US" sz="1200" dirty="0"/>
              <a:t>Chipset?</a:t>
            </a:r>
          </a:p>
          <a:p>
            <a:pPr lvl="1"/>
            <a:r>
              <a:rPr lang="en-US" sz="1200" dirty="0"/>
              <a:t>Video RAM?</a:t>
            </a:r>
          </a:p>
          <a:p>
            <a:pPr lvl="1"/>
            <a:r>
              <a:rPr lang="en-US" sz="1200" dirty="0"/>
              <a:t>Integrated or discrete?</a:t>
            </a:r>
          </a:p>
          <a:p>
            <a:pPr lvl="1"/>
            <a:r>
              <a:rPr lang="en-US" sz="1200" dirty="0"/>
              <a:t>Connection interface?</a:t>
            </a:r>
          </a:p>
        </p:txBody>
      </p:sp>
    </p:spTree>
    <p:extLst>
      <p:ext uri="{BB962C8B-B14F-4D97-AF65-F5344CB8AC3E}">
        <p14:creationId xmlns:p14="http://schemas.microsoft.com/office/powerpoint/2010/main" val="4234474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51508-70A2-4A85-9BD8-19E0FF0BA577}"/>
              </a:ext>
            </a:extLst>
          </p:cNvPr>
          <p:cNvSpPr>
            <a:spLocks noGrp="1"/>
          </p:cNvSpPr>
          <p:nvPr>
            <p:ph type="title"/>
          </p:nvPr>
        </p:nvSpPr>
        <p:spPr/>
        <p:txBody>
          <a:bodyPr/>
          <a:lstStyle/>
          <a:p>
            <a:r>
              <a:rPr lang="en-US" dirty="0"/>
              <a:t>Installation Methods</a:t>
            </a:r>
          </a:p>
        </p:txBody>
      </p:sp>
      <p:sp>
        <p:nvSpPr>
          <p:cNvPr id="3" name="Slide Number Placeholder 2">
            <a:extLst>
              <a:ext uri="{FF2B5EF4-FFF2-40B4-BE49-F238E27FC236}">
                <a16:creationId xmlns:a16="http://schemas.microsoft.com/office/drawing/2014/main" id="{0FBDD4D6-9CA0-445A-AD59-02F7A38D7D48}"/>
              </a:ext>
            </a:extLst>
          </p:cNvPr>
          <p:cNvSpPr>
            <a:spLocks noGrp="1"/>
          </p:cNvSpPr>
          <p:nvPr>
            <p:ph type="sldNum" sz="quarter" idx="4"/>
          </p:nvPr>
        </p:nvSpPr>
        <p:spPr/>
        <p:txBody>
          <a:bodyPr/>
          <a:lstStyle/>
          <a:p>
            <a:fld id="{2066355A-084C-D24E-9AD2-7E4FC41EA627}" type="slidenum">
              <a:rPr lang="en-US" smtClean="0"/>
              <a:pPr/>
              <a:t>9</a:t>
            </a:fld>
            <a:endParaRPr lang="en-US" dirty="0"/>
          </a:p>
        </p:txBody>
      </p:sp>
      <p:sp>
        <p:nvSpPr>
          <p:cNvPr id="4" name="Content Placeholder 3">
            <a:extLst>
              <a:ext uri="{FF2B5EF4-FFF2-40B4-BE49-F238E27FC236}">
                <a16:creationId xmlns:a16="http://schemas.microsoft.com/office/drawing/2014/main" id="{BD1C9F74-DB23-41E7-9611-9C01D575E3C7}"/>
              </a:ext>
            </a:extLst>
          </p:cNvPr>
          <p:cNvSpPr>
            <a:spLocks noGrp="1"/>
          </p:cNvSpPr>
          <p:nvPr>
            <p:ph idx="1"/>
          </p:nvPr>
        </p:nvSpPr>
        <p:spPr/>
        <p:txBody>
          <a:bodyPr/>
          <a:lstStyle/>
          <a:p>
            <a:r>
              <a:rPr lang="en-US" dirty="0"/>
              <a:t>Installing OS requires booting into install environment.</a:t>
            </a:r>
          </a:p>
          <a:p>
            <a:r>
              <a:rPr lang="en-US" dirty="0"/>
              <a:t>Boot methods you learned earlier can be used to boot installation media.</a:t>
            </a:r>
          </a:p>
          <a:p>
            <a:r>
              <a:rPr lang="en-US" dirty="0"/>
              <a:t>Boot from DVD/USB:</a:t>
            </a:r>
          </a:p>
          <a:p>
            <a:pPr lvl="1"/>
            <a:r>
              <a:rPr lang="en-US" dirty="0"/>
              <a:t>Prepare/burn install files (e.g., ISO) to physical media.</a:t>
            </a:r>
          </a:p>
          <a:p>
            <a:pPr lvl="1"/>
            <a:r>
              <a:rPr lang="en-US" dirty="0"/>
              <a:t>Might need to configure BIOS/UEFI.</a:t>
            </a:r>
          </a:p>
          <a:p>
            <a:r>
              <a:rPr lang="en-US" dirty="0"/>
              <a:t>Boot from media on local drive:</a:t>
            </a:r>
          </a:p>
          <a:p>
            <a:pPr lvl="1"/>
            <a:r>
              <a:rPr lang="en-US" dirty="0"/>
              <a:t>Download media to separate partition.</a:t>
            </a:r>
          </a:p>
          <a:p>
            <a:pPr lvl="1"/>
            <a:r>
              <a:rPr lang="en-US" dirty="0"/>
              <a:t>Configure GRUB 2 to boot from media.</a:t>
            </a:r>
          </a:p>
          <a:p>
            <a:r>
              <a:rPr lang="en-US" dirty="0"/>
              <a:t>Boot from network:</a:t>
            </a:r>
          </a:p>
          <a:p>
            <a:pPr lvl="1"/>
            <a:r>
              <a:rPr lang="en-US" dirty="0"/>
              <a:t>PXE/NFS services installation media to clients.</a:t>
            </a:r>
          </a:p>
          <a:p>
            <a:pPr lvl="1"/>
            <a:r>
              <a:rPr lang="en-US" dirty="0"/>
              <a:t>Clients use media to boot into install environment.</a:t>
            </a:r>
          </a:p>
        </p:txBody>
      </p:sp>
    </p:spTree>
    <p:extLst>
      <p:ext uri="{BB962C8B-B14F-4D97-AF65-F5344CB8AC3E}">
        <p14:creationId xmlns:p14="http://schemas.microsoft.com/office/powerpoint/2010/main" val="322997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E45B4-8860-FA46-988A-A12002B4A416}"/>
              </a:ext>
            </a:extLst>
          </p:cNvPr>
          <p:cNvSpPr>
            <a:spLocks noGrp="1"/>
          </p:cNvSpPr>
          <p:nvPr>
            <p:ph type="title"/>
          </p:nvPr>
        </p:nvSpPr>
        <p:spPr/>
        <p:txBody>
          <a:bodyPr/>
          <a:lstStyle/>
          <a:p>
            <a:r>
              <a:rPr lang="en-US" dirty="0"/>
              <a:t>Installation Media</a:t>
            </a:r>
          </a:p>
        </p:txBody>
      </p:sp>
      <p:sp>
        <p:nvSpPr>
          <p:cNvPr id="3" name="Slide Number Placeholder 2">
            <a:extLst>
              <a:ext uri="{FF2B5EF4-FFF2-40B4-BE49-F238E27FC236}">
                <a16:creationId xmlns:a16="http://schemas.microsoft.com/office/drawing/2014/main" id="{851EF6D8-5A39-5143-9888-C45B498E342E}"/>
              </a:ext>
            </a:extLst>
          </p:cNvPr>
          <p:cNvSpPr>
            <a:spLocks noGrp="1"/>
          </p:cNvSpPr>
          <p:nvPr>
            <p:ph type="sldNum" sz="quarter" idx="4"/>
          </p:nvPr>
        </p:nvSpPr>
        <p:spPr/>
        <p:txBody>
          <a:bodyPr/>
          <a:lstStyle/>
          <a:p>
            <a:fld id="{2066355A-084C-D24E-9AD2-7E4FC41EA627}" type="slidenum">
              <a:rPr lang="en-US" smtClean="0"/>
              <a:pPr/>
              <a:t>10</a:t>
            </a:fld>
            <a:endParaRPr lang="en-US" dirty="0"/>
          </a:p>
        </p:txBody>
      </p:sp>
      <p:pic>
        <p:nvPicPr>
          <p:cNvPr id="10" name="Picture 9">
            <a:extLst>
              <a:ext uri="{FF2B5EF4-FFF2-40B4-BE49-F238E27FC236}">
                <a16:creationId xmlns:a16="http://schemas.microsoft.com/office/drawing/2014/main" id="{669C37D2-173D-4E21-A949-962FD9791656}"/>
              </a:ext>
            </a:extLst>
          </p:cNvPr>
          <p:cNvPicPr>
            <a:picLocks noChangeAspect="1"/>
          </p:cNvPicPr>
          <p:nvPr/>
        </p:nvPicPr>
        <p:blipFill>
          <a:blip r:embed="rId2"/>
          <a:stretch>
            <a:fillRect/>
          </a:stretch>
        </p:blipFill>
        <p:spPr>
          <a:xfrm>
            <a:off x="813579" y="1047427"/>
            <a:ext cx="7516843" cy="3259878"/>
          </a:xfrm>
          <a:prstGeom prst="rect">
            <a:avLst/>
          </a:prstGeom>
        </p:spPr>
      </p:pic>
    </p:spTree>
    <p:extLst>
      <p:ext uri="{BB962C8B-B14F-4D97-AF65-F5344CB8AC3E}">
        <p14:creationId xmlns:p14="http://schemas.microsoft.com/office/powerpoint/2010/main" val="418765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6E57-5675-4F26-A3D9-099316C03563}"/>
              </a:ext>
            </a:extLst>
          </p:cNvPr>
          <p:cNvSpPr>
            <a:spLocks noGrp="1"/>
          </p:cNvSpPr>
          <p:nvPr>
            <p:ph type="title"/>
          </p:nvPr>
        </p:nvSpPr>
        <p:spPr/>
        <p:txBody>
          <a:bodyPr/>
          <a:lstStyle/>
          <a:p>
            <a:r>
              <a:rPr lang="en-US" dirty="0"/>
              <a:t>Guidelines for Preparing to Install Linux</a:t>
            </a:r>
          </a:p>
        </p:txBody>
      </p:sp>
      <p:sp>
        <p:nvSpPr>
          <p:cNvPr id="3" name="Slide Number Placeholder 2">
            <a:extLst>
              <a:ext uri="{FF2B5EF4-FFF2-40B4-BE49-F238E27FC236}">
                <a16:creationId xmlns:a16="http://schemas.microsoft.com/office/drawing/2014/main" id="{C8A1B079-9CB1-4711-934F-F2908B395A8E}"/>
              </a:ext>
            </a:extLst>
          </p:cNvPr>
          <p:cNvSpPr>
            <a:spLocks noGrp="1"/>
          </p:cNvSpPr>
          <p:nvPr>
            <p:ph type="sldNum" sz="quarter" idx="4"/>
          </p:nvPr>
        </p:nvSpPr>
        <p:spPr/>
        <p:txBody>
          <a:bodyPr/>
          <a:lstStyle/>
          <a:p>
            <a:fld id="{2066355A-084C-D24E-9AD2-7E4FC41EA627}" type="slidenum">
              <a:rPr lang="en-US" smtClean="0"/>
              <a:pPr/>
              <a:t>11</a:t>
            </a:fld>
            <a:endParaRPr lang="en-US" dirty="0"/>
          </a:p>
        </p:txBody>
      </p:sp>
      <p:sp>
        <p:nvSpPr>
          <p:cNvPr id="4" name="Content Placeholder 3">
            <a:extLst>
              <a:ext uri="{FF2B5EF4-FFF2-40B4-BE49-F238E27FC236}">
                <a16:creationId xmlns:a16="http://schemas.microsoft.com/office/drawing/2014/main" id="{2E663399-2FD7-41F3-ACF1-1FDE11214D1F}"/>
              </a:ext>
            </a:extLst>
          </p:cNvPr>
          <p:cNvSpPr>
            <a:spLocks noGrp="1"/>
          </p:cNvSpPr>
          <p:nvPr>
            <p:ph idx="1"/>
          </p:nvPr>
        </p:nvSpPr>
        <p:spPr/>
        <p:txBody>
          <a:bodyPr/>
          <a:lstStyle/>
          <a:p>
            <a:r>
              <a:rPr lang="en-US" dirty="0"/>
              <a:t>Consider the factors that go into identifying system requirements.</a:t>
            </a:r>
          </a:p>
          <a:p>
            <a:r>
              <a:rPr lang="en-US" dirty="0"/>
              <a:t>Consider partition strategies based on role of Linux system.</a:t>
            </a:r>
          </a:p>
          <a:p>
            <a:r>
              <a:rPr lang="en-US" dirty="0"/>
              <a:t>Check HCLs or other resources for hardware support.</a:t>
            </a:r>
          </a:p>
          <a:p>
            <a:r>
              <a:rPr lang="en-US" dirty="0"/>
              <a:t>Address questions pertaining to hardware components.</a:t>
            </a:r>
          </a:p>
          <a:p>
            <a:r>
              <a:rPr lang="en-US" dirty="0"/>
              <a:t>Choose the optimal installation method for your environment.</a:t>
            </a:r>
          </a:p>
        </p:txBody>
      </p:sp>
    </p:spTree>
    <p:extLst>
      <p:ext uri="{BB962C8B-B14F-4D97-AF65-F5344CB8AC3E}">
        <p14:creationId xmlns:p14="http://schemas.microsoft.com/office/powerpoint/2010/main" val="249747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EFBE875-5FF6-455D-BADF-7E21690A73D3}"/>
              </a:ext>
            </a:extLst>
          </p:cNvPr>
          <p:cNvSpPr>
            <a:spLocks noGrp="1"/>
          </p:cNvSpPr>
          <p:nvPr>
            <p:ph idx="1"/>
          </p:nvPr>
        </p:nvSpPr>
        <p:spPr/>
        <p:txBody>
          <a:bodyPr/>
          <a:lstStyle/>
          <a:p>
            <a:r>
              <a:rPr lang="en-US" dirty="0"/>
              <a:t>You need to create Linux systems for different purposes:</a:t>
            </a:r>
          </a:p>
          <a:p>
            <a:pPr lvl="1"/>
            <a:r>
              <a:rPr lang="en-US" dirty="0"/>
              <a:t>Public-facing web server.</a:t>
            </a:r>
          </a:p>
          <a:p>
            <a:pPr lvl="1"/>
            <a:r>
              <a:rPr lang="en-US" dirty="0"/>
              <a:t>Desktop environment for graphic designer.</a:t>
            </a:r>
          </a:p>
          <a:p>
            <a:pPr lvl="1"/>
            <a:r>
              <a:rPr lang="en-US" dirty="0"/>
              <a:t>System for testing custom software.</a:t>
            </a:r>
          </a:p>
          <a:p>
            <a:r>
              <a:rPr lang="en-US" dirty="0"/>
              <a:t>Choose which hardware to apply to which purpose.</a:t>
            </a:r>
          </a:p>
          <a:p>
            <a:pPr lvl="1"/>
            <a:r>
              <a:rPr lang="en-US" dirty="0"/>
              <a:t>System A</a:t>
            </a:r>
          </a:p>
          <a:p>
            <a:pPr lvl="1"/>
            <a:r>
              <a:rPr lang="en-US" dirty="0"/>
              <a:t>System B</a:t>
            </a:r>
          </a:p>
          <a:p>
            <a:pPr lvl="1"/>
            <a:r>
              <a:rPr lang="en-US" dirty="0"/>
              <a:t>System C</a:t>
            </a:r>
          </a:p>
        </p:txBody>
      </p:sp>
      <p:sp>
        <p:nvSpPr>
          <p:cNvPr id="5" name="Title 4">
            <a:extLst>
              <a:ext uri="{FF2B5EF4-FFF2-40B4-BE49-F238E27FC236}">
                <a16:creationId xmlns:a16="http://schemas.microsoft.com/office/drawing/2014/main" id="{DD0B0F67-CA42-42AB-A3E8-F68E3D159E10}"/>
              </a:ext>
            </a:extLst>
          </p:cNvPr>
          <p:cNvSpPr>
            <a:spLocks noGrp="1"/>
          </p:cNvSpPr>
          <p:nvPr>
            <p:ph type="title"/>
          </p:nvPr>
        </p:nvSpPr>
        <p:spPr/>
        <p:txBody>
          <a:bodyPr/>
          <a:lstStyle/>
          <a:p>
            <a:r>
              <a:rPr lang="en-US" dirty="0"/>
              <a:t>Activity: Preparing to Install Linux (Slide 1 of 2)</a:t>
            </a:r>
          </a:p>
        </p:txBody>
      </p:sp>
      <p:sp>
        <p:nvSpPr>
          <p:cNvPr id="3" name="Slide Number Placeholder 2">
            <a:extLst>
              <a:ext uri="{FF2B5EF4-FFF2-40B4-BE49-F238E27FC236}">
                <a16:creationId xmlns:a16="http://schemas.microsoft.com/office/drawing/2014/main" id="{99828747-75B1-4B2B-A5B4-5EBDBB67D806}"/>
              </a:ext>
            </a:extLst>
          </p:cNvPr>
          <p:cNvSpPr>
            <a:spLocks noGrp="1"/>
          </p:cNvSpPr>
          <p:nvPr>
            <p:ph type="sldNum" sz="quarter" idx="4"/>
          </p:nvPr>
        </p:nvSpPr>
        <p:spPr/>
        <p:txBody>
          <a:bodyPr/>
          <a:lstStyle/>
          <a:p>
            <a:fld id="{2066355A-084C-D24E-9AD2-7E4FC41EA627}" type="slidenum">
              <a:rPr lang="en-US" smtClean="0"/>
              <a:pPr/>
              <a:t>12</a:t>
            </a:fld>
            <a:endParaRPr lang="en-US" dirty="0"/>
          </a:p>
        </p:txBody>
      </p:sp>
    </p:spTree>
    <p:extLst>
      <p:ext uri="{BB962C8B-B14F-4D97-AF65-F5344CB8AC3E}">
        <p14:creationId xmlns:p14="http://schemas.microsoft.com/office/powerpoint/2010/main" val="160231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C1574E-9F56-4929-A17C-A55CE5F95EB1}"/>
              </a:ext>
            </a:extLst>
          </p:cNvPr>
          <p:cNvSpPr>
            <a:spLocks noGrp="1"/>
          </p:cNvSpPr>
          <p:nvPr>
            <p:ph idx="1"/>
          </p:nvPr>
        </p:nvSpPr>
        <p:spPr/>
        <p:txBody>
          <a:bodyPr/>
          <a:lstStyle/>
          <a:p>
            <a:r>
              <a:rPr lang="en-US" dirty="0"/>
              <a:t>System A:</a:t>
            </a:r>
          </a:p>
          <a:p>
            <a:pPr lvl="1"/>
            <a:r>
              <a:rPr lang="en-US" dirty="0"/>
              <a:t>32 GB RAM</a:t>
            </a:r>
          </a:p>
          <a:p>
            <a:pPr lvl="1"/>
            <a:r>
              <a:rPr lang="en-US" dirty="0"/>
              <a:t>Quad-core Intel Core i7 processor</a:t>
            </a:r>
          </a:p>
          <a:p>
            <a:pPr lvl="1"/>
            <a:r>
              <a:rPr lang="en-US" dirty="0"/>
              <a:t>2 TB hard drive</a:t>
            </a:r>
          </a:p>
          <a:p>
            <a:pPr lvl="1"/>
            <a:r>
              <a:rPr lang="en-US" dirty="0"/>
              <a:t>100 Mb/s Ethernet</a:t>
            </a:r>
          </a:p>
          <a:p>
            <a:pPr lvl="1"/>
            <a:r>
              <a:rPr lang="en-US" dirty="0"/>
              <a:t>Discrete video card</a:t>
            </a:r>
          </a:p>
          <a:p>
            <a:r>
              <a:rPr lang="en-US" dirty="0"/>
              <a:t>System B:</a:t>
            </a:r>
          </a:p>
          <a:p>
            <a:pPr lvl="1"/>
            <a:r>
              <a:rPr lang="en-US" dirty="0"/>
              <a:t>8 GB RAM</a:t>
            </a:r>
          </a:p>
          <a:p>
            <a:pPr lvl="1"/>
            <a:r>
              <a:rPr lang="en-US" dirty="0"/>
              <a:t>18-core Xeon processor</a:t>
            </a:r>
          </a:p>
          <a:p>
            <a:pPr lvl="1"/>
            <a:r>
              <a:rPr lang="en-US" dirty="0"/>
              <a:t>500 GB SSD</a:t>
            </a:r>
          </a:p>
          <a:p>
            <a:pPr lvl="1"/>
            <a:r>
              <a:rPr lang="en-US" dirty="0"/>
              <a:t>1 Gb/s Ethernet</a:t>
            </a:r>
          </a:p>
          <a:p>
            <a:pPr lvl="1"/>
            <a:r>
              <a:rPr lang="en-US" dirty="0"/>
              <a:t>Onboard graphics adapter</a:t>
            </a:r>
          </a:p>
        </p:txBody>
      </p:sp>
      <p:sp>
        <p:nvSpPr>
          <p:cNvPr id="3" name="Title 2">
            <a:extLst>
              <a:ext uri="{FF2B5EF4-FFF2-40B4-BE49-F238E27FC236}">
                <a16:creationId xmlns:a16="http://schemas.microsoft.com/office/drawing/2014/main" id="{A49B88F5-C2DD-467A-8D16-71E11ED862F4}"/>
              </a:ext>
            </a:extLst>
          </p:cNvPr>
          <p:cNvSpPr>
            <a:spLocks noGrp="1"/>
          </p:cNvSpPr>
          <p:nvPr>
            <p:ph type="title"/>
          </p:nvPr>
        </p:nvSpPr>
        <p:spPr/>
        <p:txBody>
          <a:bodyPr/>
          <a:lstStyle/>
          <a:p>
            <a:r>
              <a:rPr lang="en-US" dirty="0"/>
              <a:t>Activity: Preparing to Install Linux (Slide 2 of 2)</a:t>
            </a:r>
          </a:p>
        </p:txBody>
      </p:sp>
      <p:sp>
        <p:nvSpPr>
          <p:cNvPr id="4" name="Slide Number Placeholder 3">
            <a:extLst>
              <a:ext uri="{FF2B5EF4-FFF2-40B4-BE49-F238E27FC236}">
                <a16:creationId xmlns:a16="http://schemas.microsoft.com/office/drawing/2014/main" id="{AEB23FF5-505E-4203-87C1-3A6AA50A1692}"/>
              </a:ext>
            </a:extLst>
          </p:cNvPr>
          <p:cNvSpPr>
            <a:spLocks noGrp="1"/>
          </p:cNvSpPr>
          <p:nvPr>
            <p:ph type="sldNum" sz="quarter" idx="4"/>
          </p:nvPr>
        </p:nvSpPr>
        <p:spPr/>
        <p:txBody>
          <a:bodyPr/>
          <a:lstStyle/>
          <a:p>
            <a:fld id="{2066355A-084C-D24E-9AD2-7E4FC41EA627}" type="slidenum">
              <a:rPr lang="en-US" smtClean="0"/>
              <a:pPr/>
              <a:t>13</a:t>
            </a:fld>
            <a:endParaRPr lang="en-US" dirty="0"/>
          </a:p>
        </p:txBody>
      </p:sp>
      <p:sp>
        <p:nvSpPr>
          <p:cNvPr id="5" name="Content Placeholder 1">
            <a:extLst>
              <a:ext uri="{FF2B5EF4-FFF2-40B4-BE49-F238E27FC236}">
                <a16:creationId xmlns:a16="http://schemas.microsoft.com/office/drawing/2014/main" id="{D2B4CC50-2A5B-41CD-BC96-C2E1F325F118}"/>
              </a:ext>
            </a:extLst>
          </p:cNvPr>
          <p:cNvSpPr txBox="1">
            <a:spLocks/>
          </p:cNvSpPr>
          <p:nvPr/>
        </p:nvSpPr>
        <p:spPr>
          <a:xfrm>
            <a:off x="4820653" y="980348"/>
            <a:ext cx="4478729" cy="3701556"/>
          </a:xfrm>
          <a:prstGeom prst="rect">
            <a:avLst/>
          </a:prstGeom>
        </p:spPr>
        <p:txBody>
          <a:bodyPr vert="horz" lIns="91440" tIns="45720" rIns="91440" bIns="45720" rtlCol="0">
            <a:noAutofit/>
          </a:bodyPr>
          <a:lstStyle>
            <a:lvl1pPr marL="257175" indent="-257175" algn="l" defTabSz="342900" rtl="0" eaLnBrk="1" latinLnBrk="0" hangingPunct="1">
              <a:spcBef>
                <a:spcPct val="20000"/>
              </a:spcBef>
              <a:buClr>
                <a:srgbClr val="ED1C24"/>
              </a:buClr>
              <a:buFont typeface="Arial"/>
              <a:buChar char="•"/>
              <a:defRPr sz="1800" kern="1200">
                <a:solidFill>
                  <a:srgbClr val="45545F"/>
                </a:solidFill>
                <a:latin typeface="+mn-lt"/>
                <a:ea typeface="+mn-ea"/>
                <a:cs typeface="+mn-cs"/>
              </a:defRPr>
            </a:lvl1pPr>
            <a:lvl2pPr marL="557213" indent="-214313" algn="l" defTabSz="342900" rtl="0" eaLnBrk="1" latinLnBrk="0" hangingPunct="1">
              <a:spcBef>
                <a:spcPct val="20000"/>
              </a:spcBef>
              <a:buClr>
                <a:srgbClr val="ED1C24"/>
              </a:buClr>
              <a:buFont typeface="Arial"/>
              <a:buChar char="•"/>
              <a:defRPr sz="1600" kern="1200">
                <a:solidFill>
                  <a:srgbClr val="45545F"/>
                </a:solidFill>
                <a:latin typeface="+mn-lt"/>
                <a:ea typeface="+mn-ea"/>
                <a:cs typeface="+mn-cs"/>
              </a:defRPr>
            </a:lvl2pPr>
            <a:lvl3pPr marL="857250" indent="-171450" algn="l" defTabSz="342900" rtl="0" eaLnBrk="1" latinLnBrk="0" hangingPunct="1">
              <a:spcBef>
                <a:spcPct val="20000"/>
              </a:spcBef>
              <a:buClr>
                <a:srgbClr val="ED1C24"/>
              </a:buClr>
              <a:buFont typeface="Arial"/>
              <a:buChar char="•"/>
              <a:defRPr sz="1400" kern="1200">
                <a:solidFill>
                  <a:srgbClr val="45545F"/>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en-US" dirty="0"/>
              <a:t>System C:</a:t>
            </a:r>
          </a:p>
          <a:p>
            <a:pPr lvl="1"/>
            <a:r>
              <a:rPr lang="en-US" dirty="0"/>
              <a:t>4 GB RAM</a:t>
            </a:r>
          </a:p>
          <a:p>
            <a:pPr lvl="1"/>
            <a:r>
              <a:rPr lang="en-US" dirty="0"/>
              <a:t>Dual-core AMD A6 processor</a:t>
            </a:r>
          </a:p>
          <a:p>
            <a:pPr lvl="1"/>
            <a:r>
              <a:rPr lang="en-US" dirty="0"/>
              <a:t>250 GB hard drive</a:t>
            </a:r>
          </a:p>
          <a:p>
            <a:pPr lvl="1"/>
            <a:r>
              <a:rPr lang="en-US" dirty="0"/>
              <a:t>100 Mb/s Ethernet</a:t>
            </a:r>
          </a:p>
          <a:p>
            <a:pPr lvl="1"/>
            <a:r>
              <a:rPr lang="en-US" dirty="0"/>
              <a:t>Onboard graphics adapter</a:t>
            </a:r>
          </a:p>
        </p:txBody>
      </p:sp>
    </p:spTree>
    <p:extLst>
      <p:ext uri="{BB962C8B-B14F-4D97-AF65-F5344CB8AC3E}">
        <p14:creationId xmlns:p14="http://schemas.microsoft.com/office/powerpoint/2010/main" val="18050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A0213-2B32-E84F-82BC-CDCB4897D3E8}"/>
              </a:ext>
            </a:extLst>
          </p:cNvPr>
          <p:cNvSpPr>
            <a:spLocks noGrp="1"/>
          </p:cNvSpPr>
          <p:nvPr>
            <p:ph type="title"/>
          </p:nvPr>
        </p:nvSpPr>
        <p:spPr/>
        <p:txBody>
          <a:bodyPr/>
          <a:lstStyle/>
          <a:p>
            <a:r>
              <a:rPr lang="en-US" dirty="0"/>
              <a:t>Topic B: Perform the Installation</a:t>
            </a:r>
          </a:p>
        </p:txBody>
      </p:sp>
      <p:sp>
        <p:nvSpPr>
          <p:cNvPr id="3" name="Slide Number Placeholder 2">
            <a:extLst>
              <a:ext uri="{FF2B5EF4-FFF2-40B4-BE49-F238E27FC236}">
                <a16:creationId xmlns:a16="http://schemas.microsoft.com/office/drawing/2014/main" id="{749EE0A6-6B24-0B4E-A7D8-DEA5EFF1598E}"/>
              </a:ext>
            </a:extLst>
          </p:cNvPr>
          <p:cNvSpPr>
            <a:spLocks noGrp="1"/>
          </p:cNvSpPr>
          <p:nvPr>
            <p:ph type="sldNum" sz="quarter" idx="4"/>
          </p:nvPr>
        </p:nvSpPr>
        <p:spPr/>
        <p:txBody>
          <a:bodyPr/>
          <a:lstStyle/>
          <a:p>
            <a:fld id="{2066355A-084C-D24E-9AD2-7E4FC41EA627}" type="slidenum">
              <a:rPr lang="en-US" smtClean="0"/>
              <a:pPr/>
              <a:t>14</a:t>
            </a:fld>
            <a:endParaRPr lang="en-US" dirty="0"/>
          </a:p>
        </p:txBody>
      </p:sp>
      <p:sp>
        <p:nvSpPr>
          <p:cNvPr id="4" name="Content Placeholder 3">
            <a:extLst>
              <a:ext uri="{FF2B5EF4-FFF2-40B4-BE49-F238E27FC236}">
                <a16:creationId xmlns:a16="http://schemas.microsoft.com/office/drawing/2014/main" id="{16D10E58-6FF0-BF48-B0DD-686B6AF0A2D0}"/>
              </a:ext>
            </a:extLst>
          </p:cNvPr>
          <p:cNvSpPr>
            <a:spLocks noGrp="1"/>
          </p:cNvSpPr>
          <p:nvPr>
            <p:ph idx="1"/>
          </p:nvPr>
        </p:nvSpPr>
        <p:spPr>
          <a:xfrm>
            <a:off x="1037500" y="849087"/>
            <a:ext cx="7764575" cy="3453407"/>
          </a:xfrm>
        </p:spPr>
        <p:txBody>
          <a:bodyPr/>
          <a:lstStyle/>
          <a:p>
            <a:pPr marL="0" indent="0">
              <a:buNone/>
            </a:pPr>
            <a:r>
              <a:rPr lang="en-US" dirty="0"/>
              <a:t>Exam Objectives</a:t>
            </a:r>
          </a:p>
          <a:p>
            <a:r>
              <a:rPr lang="en-US" dirty="0"/>
              <a:t>This topic does not cover specific exam syllabus objectives or content examples.</a:t>
            </a:r>
          </a:p>
          <a:p>
            <a:pPr marL="0" indent="0">
              <a:buNone/>
            </a:pPr>
            <a:endParaRPr lang="en-US" dirty="0"/>
          </a:p>
        </p:txBody>
      </p:sp>
      <p:pic>
        <p:nvPicPr>
          <p:cNvPr id="5" name="Picture 4" descr="/var/folders/8s/gh60cc4s1ps8jl3hr45sg7tr0000gn/T/com.microsoft.Powerpoint/WebArchiveCopyPasteTempFiles/wd9Ych2lYQCiAAAAABJRU5ErkJggg==">
            <a:extLst>
              <a:ext uri="{FF2B5EF4-FFF2-40B4-BE49-F238E27FC236}">
                <a16:creationId xmlns:a16="http://schemas.microsoft.com/office/drawing/2014/main" id="{B543C1AE-3B93-5845-84B7-EE8D7230B93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4730" y="849087"/>
            <a:ext cx="572770" cy="57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579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1470-57BB-407D-A9D4-4F57EBD18750}"/>
              </a:ext>
            </a:extLst>
          </p:cNvPr>
          <p:cNvSpPr>
            <a:spLocks noGrp="1"/>
          </p:cNvSpPr>
          <p:nvPr>
            <p:ph type="title"/>
          </p:nvPr>
        </p:nvSpPr>
        <p:spPr/>
        <p:txBody>
          <a:bodyPr/>
          <a:lstStyle/>
          <a:p>
            <a:r>
              <a:rPr lang="en-US" dirty="0"/>
              <a:t>Manual Installation Steps (Slide 1 of 3)</a:t>
            </a:r>
          </a:p>
        </p:txBody>
      </p:sp>
      <p:sp>
        <p:nvSpPr>
          <p:cNvPr id="3" name="Slide Number Placeholder 2">
            <a:extLst>
              <a:ext uri="{FF2B5EF4-FFF2-40B4-BE49-F238E27FC236}">
                <a16:creationId xmlns:a16="http://schemas.microsoft.com/office/drawing/2014/main" id="{B0A3C0C8-726F-4137-AA08-976A70C104D6}"/>
              </a:ext>
            </a:extLst>
          </p:cNvPr>
          <p:cNvSpPr>
            <a:spLocks noGrp="1"/>
          </p:cNvSpPr>
          <p:nvPr>
            <p:ph type="sldNum" sz="quarter" idx="4"/>
          </p:nvPr>
        </p:nvSpPr>
        <p:spPr/>
        <p:txBody>
          <a:bodyPr/>
          <a:lstStyle/>
          <a:p>
            <a:fld id="{2066355A-084C-D24E-9AD2-7E4FC41EA627}" type="slidenum">
              <a:rPr lang="en-US" smtClean="0"/>
              <a:pPr/>
              <a:t>15</a:t>
            </a:fld>
            <a:endParaRPr lang="en-US" dirty="0"/>
          </a:p>
        </p:txBody>
      </p:sp>
      <p:sp>
        <p:nvSpPr>
          <p:cNvPr id="4" name="Content Placeholder 3">
            <a:extLst>
              <a:ext uri="{FF2B5EF4-FFF2-40B4-BE49-F238E27FC236}">
                <a16:creationId xmlns:a16="http://schemas.microsoft.com/office/drawing/2014/main" id="{FD367D1B-A1D7-4C8E-972F-27C88D745E89}"/>
              </a:ext>
            </a:extLst>
          </p:cNvPr>
          <p:cNvSpPr>
            <a:spLocks noGrp="1"/>
          </p:cNvSpPr>
          <p:nvPr>
            <p:ph idx="1"/>
          </p:nvPr>
        </p:nvSpPr>
        <p:spPr/>
        <p:txBody>
          <a:bodyPr/>
          <a:lstStyle/>
          <a:p>
            <a:r>
              <a:rPr lang="en-US" dirty="0"/>
              <a:t>Vary depending on distro you're using.</a:t>
            </a:r>
          </a:p>
          <a:p>
            <a:r>
              <a:rPr lang="en-US" dirty="0"/>
              <a:t>Most installers have a GUI.</a:t>
            </a:r>
          </a:p>
          <a:p>
            <a:r>
              <a:rPr lang="en-US" dirty="0"/>
              <a:t>Most installers enable configuration of common options.</a:t>
            </a:r>
          </a:p>
          <a:p>
            <a:endParaRPr lang="en-US" dirty="0"/>
          </a:p>
        </p:txBody>
      </p:sp>
    </p:spTree>
    <p:extLst>
      <p:ext uri="{BB962C8B-B14F-4D97-AF65-F5344CB8AC3E}">
        <p14:creationId xmlns:p14="http://schemas.microsoft.com/office/powerpoint/2010/main" val="3685864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1684C9-0A22-4E51-916B-41A4B05AD90D}"/>
              </a:ext>
            </a:extLst>
          </p:cNvPr>
          <p:cNvSpPr>
            <a:spLocks noGrp="1"/>
          </p:cNvSpPr>
          <p:nvPr>
            <p:ph type="title"/>
          </p:nvPr>
        </p:nvSpPr>
        <p:spPr/>
        <p:txBody>
          <a:bodyPr/>
          <a:lstStyle/>
          <a:p>
            <a:r>
              <a:rPr lang="en-US" dirty="0"/>
              <a:t>Manual Installation Steps (Slide 2 of 3)</a:t>
            </a:r>
          </a:p>
        </p:txBody>
      </p:sp>
      <p:sp>
        <p:nvSpPr>
          <p:cNvPr id="3" name="Slide Number Placeholder 2">
            <a:extLst>
              <a:ext uri="{FF2B5EF4-FFF2-40B4-BE49-F238E27FC236}">
                <a16:creationId xmlns:a16="http://schemas.microsoft.com/office/drawing/2014/main" id="{3401A41E-0C3E-43B1-AC18-4C688C850117}"/>
              </a:ext>
            </a:extLst>
          </p:cNvPr>
          <p:cNvSpPr>
            <a:spLocks noGrp="1"/>
          </p:cNvSpPr>
          <p:nvPr>
            <p:ph type="sldNum" sz="quarter" idx="4"/>
          </p:nvPr>
        </p:nvSpPr>
        <p:spPr/>
        <p:txBody>
          <a:bodyPr/>
          <a:lstStyle/>
          <a:p>
            <a:fld id="{2066355A-084C-D24E-9AD2-7E4FC41EA627}" type="slidenum">
              <a:rPr lang="en-US" smtClean="0"/>
              <a:pPr/>
              <a:t>16</a:t>
            </a:fld>
            <a:endParaRPr lang="en-US" dirty="0"/>
          </a:p>
        </p:txBody>
      </p:sp>
      <p:pic>
        <p:nvPicPr>
          <p:cNvPr id="7" name="Picture 6">
            <a:extLst>
              <a:ext uri="{FF2B5EF4-FFF2-40B4-BE49-F238E27FC236}">
                <a16:creationId xmlns:a16="http://schemas.microsoft.com/office/drawing/2014/main" id="{71E5CF64-39FA-4F93-BD04-D13D9E186F6B}"/>
              </a:ext>
            </a:extLst>
          </p:cNvPr>
          <p:cNvPicPr>
            <a:picLocks noChangeAspect="1"/>
          </p:cNvPicPr>
          <p:nvPr/>
        </p:nvPicPr>
        <p:blipFill>
          <a:blip r:embed="rId2"/>
          <a:stretch>
            <a:fillRect/>
          </a:stretch>
        </p:blipFill>
        <p:spPr>
          <a:xfrm>
            <a:off x="914470" y="708660"/>
            <a:ext cx="7315060" cy="4114721"/>
          </a:xfrm>
          <a:prstGeom prst="rect">
            <a:avLst/>
          </a:prstGeom>
        </p:spPr>
      </p:pic>
    </p:spTree>
    <p:extLst>
      <p:ext uri="{BB962C8B-B14F-4D97-AF65-F5344CB8AC3E}">
        <p14:creationId xmlns:p14="http://schemas.microsoft.com/office/powerpoint/2010/main" val="3254258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1470-57BB-407D-A9D4-4F57EBD18750}"/>
              </a:ext>
            </a:extLst>
          </p:cNvPr>
          <p:cNvSpPr>
            <a:spLocks noGrp="1"/>
          </p:cNvSpPr>
          <p:nvPr>
            <p:ph type="title"/>
          </p:nvPr>
        </p:nvSpPr>
        <p:spPr/>
        <p:txBody>
          <a:bodyPr/>
          <a:lstStyle/>
          <a:p>
            <a:r>
              <a:rPr lang="en-US" dirty="0"/>
              <a:t>Manual Installation Steps (Slide 3 of 3)</a:t>
            </a:r>
          </a:p>
        </p:txBody>
      </p:sp>
      <p:sp>
        <p:nvSpPr>
          <p:cNvPr id="3" name="Slide Number Placeholder 2">
            <a:extLst>
              <a:ext uri="{FF2B5EF4-FFF2-40B4-BE49-F238E27FC236}">
                <a16:creationId xmlns:a16="http://schemas.microsoft.com/office/drawing/2014/main" id="{B0A3C0C8-726F-4137-AA08-976A70C104D6}"/>
              </a:ext>
            </a:extLst>
          </p:cNvPr>
          <p:cNvSpPr>
            <a:spLocks noGrp="1"/>
          </p:cNvSpPr>
          <p:nvPr>
            <p:ph type="sldNum" sz="quarter" idx="4"/>
          </p:nvPr>
        </p:nvSpPr>
        <p:spPr/>
        <p:txBody>
          <a:bodyPr/>
          <a:lstStyle/>
          <a:p>
            <a:fld id="{2066355A-084C-D24E-9AD2-7E4FC41EA627}" type="slidenum">
              <a:rPr lang="en-US" smtClean="0"/>
              <a:pPr/>
              <a:t>17</a:t>
            </a:fld>
            <a:endParaRPr lang="en-US" dirty="0"/>
          </a:p>
        </p:txBody>
      </p:sp>
      <p:sp>
        <p:nvSpPr>
          <p:cNvPr id="4" name="Content Placeholder 3">
            <a:extLst>
              <a:ext uri="{FF2B5EF4-FFF2-40B4-BE49-F238E27FC236}">
                <a16:creationId xmlns:a16="http://schemas.microsoft.com/office/drawing/2014/main" id="{FD367D1B-A1D7-4C8E-972F-27C88D745E89}"/>
              </a:ext>
            </a:extLst>
          </p:cNvPr>
          <p:cNvSpPr>
            <a:spLocks noGrp="1"/>
          </p:cNvSpPr>
          <p:nvPr>
            <p:ph idx="1"/>
          </p:nvPr>
        </p:nvSpPr>
        <p:spPr/>
        <p:txBody>
          <a:bodyPr/>
          <a:lstStyle/>
          <a:p>
            <a:r>
              <a:rPr lang="en-US" dirty="0"/>
              <a:t>General steps:</a:t>
            </a:r>
          </a:p>
          <a:p>
            <a:pPr lvl="1"/>
            <a:r>
              <a:rPr lang="en-US" dirty="0"/>
              <a:t>Configure language/layout settings.</a:t>
            </a:r>
          </a:p>
          <a:p>
            <a:pPr lvl="1"/>
            <a:r>
              <a:rPr lang="en-US" dirty="0"/>
              <a:t>Configure date and time.</a:t>
            </a:r>
          </a:p>
          <a:p>
            <a:pPr lvl="1"/>
            <a:r>
              <a:rPr lang="en-US" dirty="0"/>
              <a:t>Choose other installation media.</a:t>
            </a:r>
          </a:p>
          <a:p>
            <a:pPr lvl="1"/>
            <a:r>
              <a:rPr lang="en-US" dirty="0"/>
              <a:t>Choose software environment/components.</a:t>
            </a:r>
          </a:p>
          <a:p>
            <a:pPr lvl="1"/>
            <a:r>
              <a:rPr lang="en-US" dirty="0"/>
              <a:t>Partition storage drives.</a:t>
            </a:r>
          </a:p>
          <a:p>
            <a:pPr lvl="1"/>
            <a:r>
              <a:rPr lang="en-US" dirty="0"/>
              <a:t>Configure network identity.</a:t>
            </a:r>
          </a:p>
          <a:p>
            <a:pPr lvl="1"/>
            <a:r>
              <a:rPr lang="en-US" dirty="0"/>
              <a:t>Configure user accounts.</a:t>
            </a:r>
          </a:p>
          <a:p>
            <a:pPr lvl="1"/>
            <a:r>
              <a:rPr lang="en-US" dirty="0"/>
              <a:t>Configure security policies.</a:t>
            </a:r>
          </a:p>
        </p:txBody>
      </p:sp>
    </p:spTree>
    <p:extLst>
      <p:ext uri="{BB962C8B-B14F-4D97-AF65-F5344CB8AC3E}">
        <p14:creationId xmlns:p14="http://schemas.microsoft.com/office/powerpoint/2010/main" val="230500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3C1A1A2-BE19-4F8A-AE1F-E92478955C83}"/>
              </a:ext>
            </a:extLst>
          </p:cNvPr>
          <p:cNvSpPr>
            <a:spLocks noGrp="1"/>
          </p:cNvSpPr>
          <p:nvPr>
            <p:ph type="body" sz="quarter" idx="13"/>
          </p:nvPr>
        </p:nvSpPr>
        <p:spPr/>
        <p:txBody>
          <a:bodyPr/>
          <a:lstStyle/>
          <a:p>
            <a:r>
              <a:rPr lang="en-US" dirty="0"/>
              <a:t>Discussing Installing Linux</a:t>
            </a:r>
          </a:p>
        </p:txBody>
      </p:sp>
      <p:sp>
        <p:nvSpPr>
          <p:cNvPr id="3" name="Slide Number Placeholder 2">
            <a:extLst>
              <a:ext uri="{FF2B5EF4-FFF2-40B4-BE49-F238E27FC236}">
                <a16:creationId xmlns:a16="http://schemas.microsoft.com/office/drawing/2014/main" id="{49CE88E7-ECE8-425F-AF96-59722823E5A0}"/>
              </a:ext>
            </a:extLst>
          </p:cNvPr>
          <p:cNvSpPr>
            <a:spLocks noGrp="1"/>
          </p:cNvSpPr>
          <p:nvPr>
            <p:ph type="sldNum" sz="quarter" idx="4"/>
          </p:nvPr>
        </p:nvSpPr>
        <p:spPr/>
        <p:txBody>
          <a:bodyPr/>
          <a:lstStyle/>
          <a:p>
            <a:fld id="{2066355A-084C-D24E-9AD2-7E4FC41EA627}" type="slidenum">
              <a:rPr lang="en-US" smtClean="0"/>
              <a:pPr/>
              <a:t>18</a:t>
            </a:fld>
            <a:endParaRPr lang="en-US" dirty="0"/>
          </a:p>
        </p:txBody>
      </p:sp>
    </p:spTree>
    <p:extLst>
      <p:ext uri="{BB962C8B-B14F-4D97-AF65-F5344CB8AC3E}">
        <p14:creationId xmlns:p14="http://schemas.microsoft.com/office/powerpoint/2010/main" val="2359149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38725-622F-1647-A3BA-58C23B0AF3F9}"/>
              </a:ext>
            </a:extLst>
          </p:cNvPr>
          <p:cNvSpPr>
            <a:spLocks noGrp="1"/>
          </p:cNvSpPr>
          <p:nvPr>
            <p:ph idx="1"/>
          </p:nvPr>
        </p:nvSpPr>
        <p:spPr/>
        <p:txBody>
          <a:bodyPr/>
          <a:lstStyle/>
          <a:p>
            <a:r>
              <a:rPr lang="en-US" b="1" dirty="0"/>
              <a:t>Depending on the Linux distribution you have chosen to install, which accounts are you prompted to set up during installation?</a:t>
            </a:r>
          </a:p>
          <a:p>
            <a:endParaRPr lang="en-US" b="1" dirty="0"/>
          </a:p>
          <a:p>
            <a:r>
              <a:rPr lang="en-US" b="1" dirty="0"/>
              <a:t>ANSWER:</a:t>
            </a:r>
          </a:p>
          <a:p>
            <a:pPr lvl="1"/>
            <a:r>
              <a:rPr lang="en-US" dirty="0"/>
              <a:t>Every distribution prompts for a user account and some prompt for the root password as well. CentOS, for example, prompts for a user account and the root password.</a:t>
            </a:r>
          </a:p>
          <a:p>
            <a:endParaRPr lang="en-US" dirty="0"/>
          </a:p>
        </p:txBody>
      </p:sp>
      <p:sp>
        <p:nvSpPr>
          <p:cNvPr id="3" name="Title 2">
            <a:extLst>
              <a:ext uri="{FF2B5EF4-FFF2-40B4-BE49-F238E27FC236}">
                <a16:creationId xmlns:a16="http://schemas.microsoft.com/office/drawing/2014/main" id="{7394B50B-1E5C-5B4C-AA04-8F18B58BF344}"/>
              </a:ext>
            </a:extLst>
          </p:cNvPr>
          <p:cNvSpPr>
            <a:spLocks noGrp="1"/>
          </p:cNvSpPr>
          <p:nvPr>
            <p:ph type="title"/>
          </p:nvPr>
        </p:nvSpPr>
        <p:spPr/>
        <p:txBody>
          <a:bodyPr/>
          <a:lstStyle/>
          <a:p>
            <a:r>
              <a:rPr lang="en-US" dirty="0"/>
              <a:t>Activity 15-2: Discussing Installing Linux</a:t>
            </a:r>
          </a:p>
        </p:txBody>
      </p:sp>
      <p:sp>
        <p:nvSpPr>
          <p:cNvPr id="4" name="Slide Number Placeholder 3">
            <a:extLst>
              <a:ext uri="{FF2B5EF4-FFF2-40B4-BE49-F238E27FC236}">
                <a16:creationId xmlns:a16="http://schemas.microsoft.com/office/drawing/2014/main" id="{50C5819D-9AB6-DC49-830A-72E3985B4430}"/>
              </a:ext>
            </a:extLst>
          </p:cNvPr>
          <p:cNvSpPr>
            <a:spLocks noGrp="1"/>
          </p:cNvSpPr>
          <p:nvPr>
            <p:ph type="sldNum" sz="quarter" idx="4"/>
          </p:nvPr>
        </p:nvSpPr>
        <p:spPr/>
        <p:txBody>
          <a:bodyPr/>
          <a:lstStyle/>
          <a:p>
            <a:fld id="{2066355A-084C-D24E-9AD2-7E4FC41EA627}" type="slidenum">
              <a:rPr lang="en-US" smtClean="0"/>
              <a:pPr/>
              <a:t>19</a:t>
            </a:fld>
            <a:endParaRPr lang="en-US" dirty="0"/>
          </a:p>
        </p:txBody>
      </p:sp>
    </p:spTree>
    <p:extLst>
      <p:ext uri="{BB962C8B-B14F-4D97-AF65-F5344CB8AC3E}">
        <p14:creationId xmlns:p14="http://schemas.microsoft.com/office/powerpoint/2010/main" val="638859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38725-622F-1647-A3BA-58C23B0AF3F9}"/>
              </a:ext>
            </a:extLst>
          </p:cNvPr>
          <p:cNvSpPr>
            <a:spLocks noGrp="1"/>
          </p:cNvSpPr>
          <p:nvPr>
            <p:ph idx="1"/>
          </p:nvPr>
        </p:nvSpPr>
        <p:spPr/>
        <p:txBody>
          <a:bodyPr/>
          <a:lstStyle/>
          <a:p>
            <a:r>
              <a:rPr lang="en-US" b="1" dirty="0"/>
              <a:t>During installation, you are prompted to set up a system's networking identity. What information is included in a system's networking identity?</a:t>
            </a:r>
          </a:p>
          <a:p>
            <a:endParaRPr lang="en-US" b="1" dirty="0"/>
          </a:p>
          <a:p>
            <a:r>
              <a:rPr lang="en-US" b="1" dirty="0"/>
              <a:t>ANSWER:</a:t>
            </a:r>
          </a:p>
          <a:p>
            <a:pPr lvl="1"/>
            <a:r>
              <a:rPr lang="en-US" dirty="0"/>
              <a:t>The hostname, IP address information, and DNS servers. Most networks, especially corporate ones, have DHCP servers that provide the IP address and DNS information.</a:t>
            </a:r>
          </a:p>
          <a:p>
            <a:endParaRPr lang="en-US" dirty="0"/>
          </a:p>
        </p:txBody>
      </p:sp>
      <p:sp>
        <p:nvSpPr>
          <p:cNvPr id="3" name="Title 2">
            <a:extLst>
              <a:ext uri="{FF2B5EF4-FFF2-40B4-BE49-F238E27FC236}">
                <a16:creationId xmlns:a16="http://schemas.microsoft.com/office/drawing/2014/main" id="{7394B50B-1E5C-5B4C-AA04-8F18B58BF344}"/>
              </a:ext>
            </a:extLst>
          </p:cNvPr>
          <p:cNvSpPr>
            <a:spLocks noGrp="1"/>
          </p:cNvSpPr>
          <p:nvPr>
            <p:ph type="title"/>
          </p:nvPr>
        </p:nvSpPr>
        <p:spPr/>
        <p:txBody>
          <a:bodyPr/>
          <a:lstStyle/>
          <a:p>
            <a:r>
              <a:rPr lang="en-US"/>
              <a:t>Activity 15-2: Discussing Installing Linux</a:t>
            </a:r>
          </a:p>
        </p:txBody>
      </p:sp>
      <p:sp>
        <p:nvSpPr>
          <p:cNvPr id="4" name="Slide Number Placeholder 3">
            <a:extLst>
              <a:ext uri="{FF2B5EF4-FFF2-40B4-BE49-F238E27FC236}">
                <a16:creationId xmlns:a16="http://schemas.microsoft.com/office/drawing/2014/main" id="{50C5819D-9AB6-DC49-830A-72E3985B4430}"/>
              </a:ext>
            </a:extLst>
          </p:cNvPr>
          <p:cNvSpPr>
            <a:spLocks noGrp="1"/>
          </p:cNvSpPr>
          <p:nvPr>
            <p:ph type="sldNum" sz="quarter" idx="4"/>
          </p:nvPr>
        </p:nvSpPr>
        <p:spPr/>
        <p:txBody>
          <a:bodyPr/>
          <a:lstStyle/>
          <a:p>
            <a:fld id="{2066355A-084C-D24E-9AD2-7E4FC41EA627}" type="slidenum">
              <a:rPr lang="en-US" smtClean="0"/>
              <a:pPr/>
              <a:t>20</a:t>
            </a:fld>
            <a:endParaRPr lang="en-US" dirty="0"/>
          </a:p>
        </p:txBody>
      </p:sp>
    </p:spTree>
    <p:extLst>
      <p:ext uri="{BB962C8B-B14F-4D97-AF65-F5344CB8AC3E}">
        <p14:creationId xmlns:p14="http://schemas.microsoft.com/office/powerpoint/2010/main" val="300473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38725-622F-1647-A3BA-58C23B0AF3F9}"/>
              </a:ext>
            </a:extLst>
          </p:cNvPr>
          <p:cNvSpPr>
            <a:spLocks noGrp="1"/>
          </p:cNvSpPr>
          <p:nvPr>
            <p:ph idx="1"/>
          </p:nvPr>
        </p:nvSpPr>
        <p:spPr/>
        <p:txBody>
          <a:bodyPr/>
          <a:lstStyle/>
          <a:p>
            <a:r>
              <a:rPr lang="en-US" b="1" dirty="0"/>
              <a:t>On larger networks, installing Linux manually each time is not efficient. How do larger organizations install Linux, if not manually?</a:t>
            </a:r>
          </a:p>
          <a:p>
            <a:endParaRPr lang="en-US" b="1" dirty="0"/>
          </a:p>
          <a:p>
            <a:r>
              <a:rPr lang="en-US" b="1" dirty="0"/>
              <a:t>ANSWER:</a:t>
            </a:r>
          </a:p>
          <a:p>
            <a:pPr lvl="1"/>
            <a:r>
              <a:rPr lang="en-US" dirty="0"/>
              <a:t>They use an automated orchestration suite that distributes a pre-configured system image to the hardware.</a:t>
            </a:r>
          </a:p>
          <a:p>
            <a:endParaRPr lang="en-US" dirty="0"/>
          </a:p>
        </p:txBody>
      </p:sp>
      <p:sp>
        <p:nvSpPr>
          <p:cNvPr id="3" name="Title 2">
            <a:extLst>
              <a:ext uri="{FF2B5EF4-FFF2-40B4-BE49-F238E27FC236}">
                <a16:creationId xmlns:a16="http://schemas.microsoft.com/office/drawing/2014/main" id="{7394B50B-1E5C-5B4C-AA04-8F18B58BF344}"/>
              </a:ext>
            </a:extLst>
          </p:cNvPr>
          <p:cNvSpPr>
            <a:spLocks noGrp="1"/>
          </p:cNvSpPr>
          <p:nvPr>
            <p:ph type="title"/>
          </p:nvPr>
        </p:nvSpPr>
        <p:spPr/>
        <p:txBody>
          <a:bodyPr/>
          <a:lstStyle/>
          <a:p>
            <a:r>
              <a:rPr lang="en-US"/>
              <a:t>Activity 15-2: Discussing Installing Linux</a:t>
            </a:r>
          </a:p>
        </p:txBody>
      </p:sp>
      <p:sp>
        <p:nvSpPr>
          <p:cNvPr id="4" name="Slide Number Placeholder 3">
            <a:extLst>
              <a:ext uri="{FF2B5EF4-FFF2-40B4-BE49-F238E27FC236}">
                <a16:creationId xmlns:a16="http://schemas.microsoft.com/office/drawing/2014/main" id="{50C5819D-9AB6-DC49-830A-72E3985B4430}"/>
              </a:ext>
            </a:extLst>
          </p:cNvPr>
          <p:cNvSpPr>
            <a:spLocks noGrp="1"/>
          </p:cNvSpPr>
          <p:nvPr>
            <p:ph type="sldNum" sz="quarter" idx="4"/>
          </p:nvPr>
        </p:nvSpPr>
        <p:spPr/>
        <p:txBody>
          <a:bodyPr/>
          <a:lstStyle/>
          <a:p>
            <a:fld id="{2066355A-084C-D24E-9AD2-7E4FC41EA627}" type="slidenum">
              <a:rPr lang="en-US" smtClean="0"/>
              <a:pPr/>
              <a:t>21</a:t>
            </a:fld>
            <a:endParaRPr lang="en-US" dirty="0"/>
          </a:p>
        </p:txBody>
      </p:sp>
    </p:spTree>
    <p:extLst>
      <p:ext uri="{BB962C8B-B14F-4D97-AF65-F5344CB8AC3E}">
        <p14:creationId xmlns:p14="http://schemas.microsoft.com/office/powerpoint/2010/main" val="835154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38725-622F-1647-A3BA-58C23B0AF3F9}"/>
              </a:ext>
            </a:extLst>
          </p:cNvPr>
          <p:cNvSpPr>
            <a:spLocks noGrp="1"/>
          </p:cNvSpPr>
          <p:nvPr>
            <p:ph idx="1"/>
          </p:nvPr>
        </p:nvSpPr>
        <p:spPr/>
        <p:txBody>
          <a:bodyPr/>
          <a:lstStyle/>
          <a:p>
            <a:r>
              <a:rPr lang="en-US" b="1" dirty="0"/>
              <a:t>You want to manually install Linux on a new laptop that has no DVD drive, and you do not have access to one. How can you install Linux onto the laptop?</a:t>
            </a:r>
          </a:p>
          <a:p>
            <a:endParaRPr lang="en-US" b="1" dirty="0"/>
          </a:p>
          <a:p>
            <a:r>
              <a:rPr lang="en-US" b="1" dirty="0"/>
              <a:t>ANSWER:</a:t>
            </a:r>
          </a:p>
          <a:p>
            <a:pPr lvl="1"/>
            <a:r>
              <a:rPr lang="en-US" dirty="0"/>
              <a:t>Download the ISO and use a utility to write the ISO to a USB thumb drive. Then, boot from the thumb drive.</a:t>
            </a:r>
          </a:p>
          <a:p>
            <a:endParaRPr lang="en-US" dirty="0"/>
          </a:p>
        </p:txBody>
      </p:sp>
      <p:sp>
        <p:nvSpPr>
          <p:cNvPr id="3" name="Title 2">
            <a:extLst>
              <a:ext uri="{FF2B5EF4-FFF2-40B4-BE49-F238E27FC236}">
                <a16:creationId xmlns:a16="http://schemas.microsoft.com/office/drawing/2014/main" id="{7394B50B-1E5C-5B4C-AA04-8F18B58BF344}"/>
              </a:ext>
            </a:extLst>
          </p:cNvPr>
          <p:cNvSpPr>
            <a:spLocks noGrp="1"/>
          </p:cNvSpPr>
          <p:nvPr>
            <p:ph type="title"/>
          </p:nvPr>
        </p:nvSpPr>
        <p:spPr/>
        <p:txBody>
          <a:bodyPr/>
          <a:lstStyle/>
          <a:p>
            <a:r>
              <a:rPr lang="en-US"/>
              <a:t>Activity 15-2: Discussing Installing Linux</a:t>
            </a:r>
          </a:p>
        </p:txBody>
      </p:sp>
      <p:sp>
        <p:nvSpPr>
          <p:cNvPr id="4" name="Slide Number Placeholder 3">
            <a:extLst>
              <a:ext uri="{FF2B5EF4-FFF2-40B4-BE49-F238E27FC236}">
                <a16:creationId xmlns:a16="http://schemas.microsoft.com/office/drawing/2014/main" id="{50C5819D-9AB6-DC49-830A-72E3985B4430}"/>
              </a:ext>
            </a:extLst>
          </p:cNvPr>
          <p:cNvSpPr>
            <a:spLocks noGrp="1"/>
          </p:cNvSpPr>
          <p:nvPr>
            <p:ph type="sldNum" sz="quarter" idx="4"/>
          </p:nvPr>
        </p:nvSpPr>
        <p:spPr/>
        <p:txBody>
          <a:bodyPr/>
          <a:lstStyle/>
          <a:p>
            <a:fld id="{2066355A-084C-D24E-9AD2-7E4FC41EA627}" type="slidenum">
              <a:rPr lang="en-US" smtClean="0"/>
              <a:pPr/>
              <a:t>22</a:t>
            </a:fld>
            <a:endParaRPr lang="en-US" dirty="0"/>
          </a:p>
        </p:txBody>
      </p:sp>
    </p:spTree>
    <p:extLst>
      <p:ext uri="{BB962C8B-B14F-4D97-AF65-F5344CB8AC3E}">
        <p14:creationId xmlns:p14="http://schemas.microsoft.com/office/powerpoint/2010/main" val="58886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38725-622F-1647-A3BA-58C23B0AF3F9}"/>
              </a:ext>
            </a:extLst>
          </p:cNvPr>
          <p:cNvSpPr>
            <a:spLocks noGrp="1"/>
          </p:cNvSpPr>
          <p:nvPr>
            <p:ph idx="1"/>
          </p:nvPr>
        </p:nvSpPr>
        <p:spPr/>
        <p:txBody>
          <a:bodyPr/>
          <a:lstStyle/>
          <a:p>
            <a:r>
              <a:rPr lang="en-US" b="1" dirty="0"/>
              <a:t>What are usually the first two pieces of information you are prompted to provide during a Linux installation?</a:t>
            </a:r>
          </a:p>
          <a:p>
            <a:endParaRPr lang="en-US" b="1" dirty="0"/>
          </a:p>
          <a:p>
            <a:r>
              <a:rPr lang="en-US" b="1" dirty="0"/>
              <a:t>ANSWER:</a:t>
            </a:r>
          </a:p>
          <a:p>
            <a:pPr lvl="1"/>
            <a:r>
              <a:rPr lang="en-US" dirty="0"/>
              <a:t>You have to select a keyboard layout and system language.</a:t>
            </a:r>
          </a:p>
        </p:txBody>
      </p:sp>
      <p:sp>
        <p:nvSpPr>
          <p:cNvPr id="3" name="Title 2">
            <a:extLst>
              <a:ext uri="{FF2B5EF4-FFF2-40B4-BE49-F238E27FC236}">
                <a16:creationId xmlns:a16="http://schemas.microsoft.com/office/drawing/2014/main" id="{7394B50B-1E5C-5B4C-AA04-8F18B58BF344}"/>
              </a:ext>
            </a:extLst>
          </p:cNvPr>
          <p:cNvSpPr>
            <a:spLocks noGrp="1"/>
          </p:cNvSpPr>
          <p:nvPr>
            <p:ph type="title"/>
          </p:nvPr>
        </p:nvSpPr>
        <p:spPr/>
        <p:txBody>
          <a:bodyPr/>
          <a:lstStyle/>
          <a:p>
            <a:r>
              <a:rPr lang="en-US"/>
              <a:t>Activity 15-2: Discussing Installing Linux</a:t>
            </a:r>
          </a:p>
        </p:txBody>
      </p:sp>
      <p:sp>
        <p:nvSpPr>
          <p:cNvPr id="4" name="Slide Number Placeholder 3">
            <a:extLst>
              <a:ext uri="{FF2B5EF4-FFF2-40B4-BE49-F238E27FC236}">
                <a16:creationId xmlns:a16="http://schemas.microsoft.com/office/drawing/2014/main" id="{50C5819D-9AB6-DC49-830A-72E3985B4430}"/>
              </a:ext>
            </a:extLst>
          </p:cNvPr>
          <p:cNvSpPr>
            <a:spLocks noGrp="1"/>
          </p:cNvSpPr>
          <p:nvPr>
            <p:ph type="sldNum" sz="quarter" idx="4"/>
          </p:nvPr>
        </p:nvSpPr>
        <p:spPr/>
        <p:txBody>
          <a:bodyPr/>
          <a:lstStyle/>
          <a:p>
            <a:fld id="{2066355A-084C-D24E-9AD2-7E4FC41EA627}" type="slidenum">
              <a:rPr lang="en-US" smtClean="0"/>
              <a:pPr/>
              <a:t>23</a:t>
            </a:fld>
            <a:endParaRPr lang="en-US" dirty="0"/>
          </a:p>
        </p:txBody>
      </p:sp>
    </p:spTree>
    <p:extLst>
      <p:ext uri="{BB962C8B-B14F-4D97-AF65-F5344CB8AC3E}">
        <p14:creationId xmlns:p14="http://schemas.microsoft.com/office/powerpoint/2010/main" val="318971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219CB00-39CB-4E4B-BCF5-3835B96703AE}"/>
              </a:ext>
            </a:extLst>
          </p:cNvPr>
          <p:cNvSpPr>
            <a:spLocks noGrp="1"/>
          </p:cNvSpPr>
          <p:nvPr>
            <p:ph idx="1"/>
          </p:nvPr>
        </p:nvSpPr>
        <p:spPr/>
        <p:txBody>
          <a:bodyPr/>
          <a:lstStyle/>
          <a:p>
            <a:r>
              <a:rPr lang="en-US" dirty="0"/>
              <a:t>You're ready to install Linux.</a:t>
            </a:r>
          </a:p>
          <a:p>
            <a:r>
              <a:rPr lang="en-US" dirty="0"/>
              <a:t>You'll start by installing CentOS 7 on a VM.</a:t>
            </a:r>
          </a:p>
          <a:p>
            <a:r>
              <a:rPr lang="en-US" dirty="0"/>
              <a:t>You'll configure various options to set up environment to your specs.</a:t>
            </a:r>
          </a:p>
        </p:txBody>
      </p:sp>
      <p:sp>
        <p:nvSpPr>
          <p:cNvPr id="3" name="Title 2">
            <a:extLst>
              <a:ext uri="{FF2B5EF4-FFF2-40B4-BE49-F238E27FC236}">
                <a16:creationId xmlns:a16="http://schemas.microsoft.com/office/drawing/2014/main" id="{ED0588F0-B53D-41BF-8CF2-9208E4DDFE46}"/>
              </a:ext>
            </a:extLst>
          </p:cNvPr>
          <p:cNvSpPr>
            <a:spLocks noGrp="1"/>
          </p:cNvSpPr>
          <p:nvPr>
            <p:ph type="title"/>
          </p:nvPr>
        </p:nvSpPr>
        <p:spPr/>
        <p:txBody>
          <a:bodyPr/>
          <a:lstStyle/>
          <a:p>
            <a:r>
              <a:rPr lang="en-US" dirty="0"/>
              <a:t>Activity: Installing Linux</a:t>
            </a:r>
          </a:p>
        </p:txBody>
      </p:sp>
      <p:sp>
        <p:nvSpPr>
          <p:cNvPr id="4" name="Slide Number Placeholder 3">
            <a:extLst>
              <a:ext uri="{FF2B5EF4-FFF2-40B4-BE49-F238E27FC236}">
                <a16:creationId xmlns:a16="http://schemas.microsoft.com/office/drawing/2014/main" id="{063DB705-8DB3-4E70-A160-82144C4F187C}"/>
              </a:ext>
            </a:extLst>
          </p:cNvPr>
          <p:cNvSpPr>
            <a:spLocks noGrp="1"/>
          </p:cNvSpPr>
          <p:nvPr>
            <p:ph type="sldNum" sz="quarter" idx="4"/>
          </p:nvPr>
        </p:nvSpPr>
        <p:spPr/>
        <p:txBody>
          <a:bodyPr/>
          <a:lstStyle/>
          <a:p>
            <a:fld id="{2066355A-084C-D24E-9AD2-7E4FC41EA627}" type="slidenum">
              <a:rPr lang="en-US" smtClean="0"/>
              <a:pPr/>
              <a:t>24</a:t>
            </a:fld>
            <a:endParaRPr lang="en-US" dirty="0"/>
          </a:p>
        </p:txBody>
      </p:sp>
    </p:spTree>
    <p:extLst>
      <p:ext uri="{BB962C8B-B14F-4D97-AF65-F5344CB8AC3E}">
        <p14:creationId xmlns:p14="http://schemas.microsoft.com/office/powerpoint/2010/main" val="1923636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D35D39-7CAB-134B-8E89-D0F1CE1B82CA}"/>
              </a:ext>
            </a:extLst>
          </p:cNvPr>
          <p:cNvSpPr>
            <a:spLocks noGrp="1"/>
          </p:cNvSpPr>
          <p:nvPr>
            <p:ph type="body" sz="quarter" idx="13"/>
          </p:nvPr>
        </p:nvSpPr>
        <p:spPr/>
        <p:txBody>
          <a:bodyPr/>
          <a:lstStyle/>
          <a:p>
            <a:r>
              <a:rPr lang="en-US" dirty="0"/>
              <a:t>What Linux distributions do you think you'll install in your organization, or have you installed in the past?</a:t>
            </a:r>
          </a:p>
          <a:p>
            <a:r>
              <a:rPr lang="en-US" dirty="0"/>
              <a:t>Do you anticipate any hardware compatibility issues in your installations? Why or why not?</a:t>
            </a:r>
            <a:endParaRPr lang="en-US" dirty="0">
              <a:solidFill>
                <a:srgbClr val="45545F"/>
              </a:solidFill>
            </a:endParaRPr>
          </a:p>
        </p:txBody>
      </p:sp>
      <p:sp>
        <p:nvSpPr>
          <p:cNvPr id="3" name="Slide Number Placeholder 2">
            <a:extLst>
              <a:ext uri="{FF2B5EF4-FFF2-40B4-BE49-F238E27FC236}">
                <a16:creationId xmlns:a16="http://schemas.microsoft.com/office/drawing/2014/main" id="{ABBD8280-5882-AA48-BA86-A9C40DAEB2D9}"/>
              </a:ext>
            </a:extLst>
          </p:cNvPr>
          <p:cNvSpPr>
            <a:spLocks noGrp="1"/>
          </p:cNvSpPr>
          <p:nvPr>
            <p:ph type="sldNum" sz="quarter" idx="4"/>
          </p:nvPr>
        </p:nvSpPr>
        <p:spPr/>
        <p:txBody>
          <a:bodyPr/>
          <a:lstStyle/>
          <a:p>
            <a:fld id="{2066355A-084C-D24E-9AD2-7E4FC41EA627}" type="slidenum">
              <a:rPr lang="en-US" smtClean="0"/>
              <a:pPr/>
              <a:t>25</a:t>
            </a:fld>
            <a:endParaRPr lang="en-US" dirty="0"/>
          </a:p>
        </p:txBody>
      </p:sp>
    </p:spTree>
    <p:extLst>
      <p:ext uri="{BB962C8B-B14F-4D97-AF65-F5344CB8AC3E}">
        <p14:creationId xmlns:p14="http://schemas.microsoft.com/office/powerpoint/2010/main" val="712229857"/>
      </p:ext>
    </p:extLst>
  </p:cSld>
  <p:clrMapOvr>
    <a:masterClrMapping/>
  </p:clrMapOvr>
</p:sld>
</file>

<file path=ppt/theme/theme1.xml><?xml version="1.0" encoding="utf-8"?>
<a:theme xmlns:a="http://schemas.openxmlformats.org/drawingml/2006/main" name="2_LO-CompTIA">
  <a:themeElements>
    <a:clrScheme name="CompTIA">
      <a:dk1>
        <a:srgbClr val="000000"/>
      </a:dk1>
      <a:lt1>
        <a:srgbClr val="FFFFFF"/>
      </a:lt1>
      <a:dk2>
        <a:srgbClr val="000000"/>
      </a:dk2>
      <a:lt2>
        <a:srgbClr val="FFFFFF"/>
      </a:lt2>
      <a:accent1>
        <a:srgbClr val="007C9E"/>
      </a:accent1>
      <a:accent2>
        <a:srgbClr val="004D71"/>
      </a:accent2>
      <a:accent3>
        <a:srgbClr val="45545F"/>
      </a:accent3>
      <a:accent4>
        <a:srgbClr val="AFB6BA"/>
      </a:accent4>
      <a:accent5>
        <a:srgbClr val="F26C23"/>
      </a:accent5>
      <a:accent6>
        <a:srgbClr val="B24EC3"/>
      </a:accent6>
      <a:hlink>
        <a:srgbClr val="009DDC"/>
      </a:hlink>
      <a:folHlink>
        <a:srgbClr val="009DDC"/>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73B4614-A704-0542-87E6-5897E6E538EB}" vid="{7EAF2078-CBFB-A14D-8A0C-8040B93EE74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12" ma:contentTypeDescription="Create a new document." ma:contentTypeScope="" ma:versionID="418cf6fe0ea8ffec7f4bbd14d3bb840a">
  <xsd:schema xmlns:xsd="http://www.w3.org/2001/XMLSchema" xmlns:xs="http://www.w3.org/2001/XMLSchema" xmlns:p="http://schemas.microsoft.com/office/2006/metadata/properties" xmlns:ns2="95a46270-66ec-4bdf-aabc-d78887d51418" xmlns:ns3="315eb565-7267-4a95-9087-2f433ded3c8b" targetNamespace="http://schemas.microsoft.com/office/2006/metadata/properties" ma:root="true" ma:fieldsID="fcf3f344b082f4df2f3eec2af3a5ce44" ns2:_="" ns3:_="">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55BB48-BB0D-4C88-8AD6-CB3E5B618CDE}">
  <ds:schemaRefs>
    <ds:schemaRef ds:uri="http://schemas.microsoft.com/sharepoint/v3/contenttype/forms"/>
  </ds:schemaRefs>
</ds:datastoreItem>
</file>

<file path=customXml/itemProps2.xml><?xml version="1.0" encoding="utf-8"?>
<ds:datastoreItem xmlns:ds="http://schemas.openxmlformats.org/officeDocument/2006/customXml" ds:itemID="{BA9E93BD-5B0A-4F59-9B59-16E6DF2C3F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13EB28C-0FB6-4290-ADAA-98E186A168FD}">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622</TotalTime>
  <Words>1358</Words>
  <Application>Microsoft Macintosh PowerPoint</Application>
  <PresentationFormat>On-screen Show (16:9)</PresentationFormat>
  <Paragraphs>217</Paragraphs>
  <Slides>25</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Open Sans SemiBold</vt:lpstr>
      <vt:lpstr>Cutive Mono</vt:lpstr>
      <vt:lpstr>Open Sans</vt:lpstr>
      <vt:lpstr>Calibri</vt:lpstr>
      <vt:lpstr>2_LO-CompTIA</vt:lpstr>
      <vt:lpstr>Installing Linux</vt:lpstr>
      <vt:lpstr>Topic A: Prepare for Linux Installation</vt:lpstr>
      <vt:lpstr>System Requirements</vt:lpstr>
      <vt:lpstr>Partitioning Strategy</vt:lpstr>
      <vt:lpstr>Partitioning Examples (Slide 1 of 2)</vt:lpstr>
      <vt:lpstr>Partitioning Examples (Slide 2 of 2)</vt:lpstr>
      <vt:lpstr>Hardware Compatibility</vt:lpstr>
      <vt:lpstr>Questions to Address When Choosing Hardware</vt:lpstr>
      <vt:lpstr>Installation Methods</vt:lpstr>
      <vt:lpstr>Installation Media</vt:lpstr>
      <vt:lpstr>Guidelines for Preparing to Install Linux</vt:lpstr>
      <vt:lpstr>Activity: Preparing to Install Linux (Slide 1 of 2)</vt:lpstr>
      <vt:lpstr>Activity: Preparing to Install Linux (Slide 2 of 2)</vt:lpstr>
      <vt:lpstr>Topic B: Perform the Installation</vt:lpstr>
      <vt:lpstr>Manual Installation Steps (Slide 1 of 3)</vt:lpstr>
      <vt:lpstr>Manual Installation Steps (Slide 2 of 3)</vt:lpstr>
      <vt:lpstr>Manual Installation Steps (Slide 3 of 3)</vt:lpstr>
      <vt:lpstr>PowerPoint Presentation</vt:lpstr>
      <vt:lpstr>Activity 15-2: Discussing Installing Linux</vt:lpstr>
      <vt:lpstr>Activity 15-2: Discussing Installing Linux</vt:lpstr>
      <vt:lpstr>Activity 15-2: Discussing Installing Linux</vt:lpstr>
      <vt:lpstr>Activity 15-2: Discussing Installing Linux</vt:lpstr>
      <vt:lpstr>Activity 15-2: Discussing Installing Linux</vt:lpstr>
      <vt:lpstr>Activity: Installing Linux</vt:lpstr>
      <vt:lpstr>PowerPoint Presentation</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Installing Linux</dc:title>
  <dc:subject/>
  <dc:creator>Jason Nufryk</dc:creator>
  <cp:keywords/>
  <dc:description/>
  <cp:lastModifiedBy>Danielle Andries</cp:lastModifiedBy>
  <cp:revision>42</cp:revision>
  <dcterms:created xsi:type="dcterms:W3CDTF">2018-09-18T20:36:15Z</dcterms:created>
  <dcterms:modified xsi:type="dcterms:W3CDTF">2019-10-05T02:38:36Z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ies>
</file>